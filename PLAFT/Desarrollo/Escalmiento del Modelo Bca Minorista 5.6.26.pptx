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331" r:id="rId3"/>
    <p:sldId id="332" r:id="rId4"/>
    <p:sldId id="333" r:id="rId5"/>
    <p:sldId id="334" r:id="rId6"/>
    <p:sldId id="335" r:id="rId7"/>
    <p:sldId id="336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52A05E-70F4-4EBA-9E2E-5370D39337E8}" v="3" dt="2026-06-08T17:45:35.7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nandez, Santiago Andres" userId="359de4d9-d13a-4fba-bf8c-78bf97773866" providerId="ADAL" clId="{8F72324D-BDCE-419D-B21C-9F1D89CF9756}"/>
    <pc:docChg chg="undo custSel addSld delSld modSld sldOrd">
      <pc:chgData name="Hernandez, Santiago Andres" userId="359de4d9-d13a-4fba-bf8c-78bf97773866" providerId="ADAL" clId="{8F72324D-BDCE-419D-B21C-9F1D89CF9756}" dt="2026-06-08T19:29:29.111" v="319" actId="1076"/>
      <pc:docMkLst>
        <pc:docMk/>
      </pc:docMkLst>
      <pc:sldChg chg="addSp delSp modSp mod ord">
        <pc:chgData name="Hernandez, Santiago Andres" userId="359de4d9-d13a-4fba-bf8c-78bf97773866" providerId="ADAL" clId="{8F72324D-BDCE-419D-B21C-9F1D89CF9756}" dt="2026-06-08T16:27:57.085" v="88" actId="15"/>
        <pc:sldMkLst>
          <pc:docMk/>
          <pc:sldMk cId="1507395619" sldId="331"/>
        </pc:sldMkLst>
        <pc:spChg chg="mod">
          <ac:chgData name="Hernandez, Santiago Andres" userId="359de4d9-d13a-4fba-bf8c-78bf97773866" providerId="ADAL" clId="{8F72324D-BDCE-419D-B21C-9F1D89CF9756}" dt="2026-06-04T22:00:44.361" v="64" actId="1076"/>
          <ac:spMkLst>
            <pc:docMk/>
            <pc:sldMk cId="1507395619" sldId="331"/>
            <ac:spMk id="21" creationId="{2DB08107-1207-B5F2-5D36-B5EC44CA0E7D}"/>
          </ac:spMkLst>
        </pc:spChg>
        <pc:spChg chg="mod">
          <ac:chgData name="Hernandez, Santiago Andres" userId="359de4d9-d13a-4fba-bf8c-78bf97773866" providerId="ADAL" clId="{8F72324D-BDCE-419D-B21C-9F1D89CF9756}" dt="2026-06-04T22:00:44.361" v="64" actId="1076"/>
          <ac:spMkLst>
            <pc:docMk/>
            <pc:sldMk cId="1507395619" sldId="331"/>
            <ac:spMk id="22" creationId="{5393136E-3EE1-0A28-E08F-A69073C473F6}"/>
          </ac:spMkLst>
        </pc:spChg>
        <pc:spChg chg="mod">
          <ac:chgData name="Hernandez, Santiago Andres" userId="359de4d9-d13a-4fba-bf8c-78bf97773866" providerId="ADAL" clId="{8F72324D-BDCE-419D-B21C-9F1D89CF9756}" dt="2026-06-04T22:00:00.953" v="57" actId="20577"/>
          <ac:spMkLst>
            <pc:docMk/>
            <pc:sldMk cId="1507395619" sldId="331"/>
            <ac:spMk id="24" creationId="{61D804DD-FCEE-4AA4-EED2-B5E1795378D6}"/>
          </ac:spMkLst>
        </pc:spChg>
        <pc:spChg chg="mod">
          <ac:chgData name="Hernandez, Santiago Andres" userId="359de4d9-d13a-4fba-bf8c-78bf97773866" providerId="ADAL" clId="{8F72324D-BDCE-419D-B21C-9F1D89CF9756}" dt="2026-06-04T22:00:09.403" v="63" actId="20577"/>
          <ac:spMkLst>
            <pc:docMk/>
            <pc:sldMk cId="1507395619" sldId="331"/>
            <ac:spMk id="27" creationId="{4316644E-DA32-A9A9-5144-150DC2325E5F}"/>
          </ac:spMkLst>
        </pc:spChg>
        <pc:spChg chg="mod">
          <ac:chgData name="Hernandez, Santiago Andres" userId="359de4d9-d13a-4fba-bf8c-78bf97773866" providerId="ADAL" clId="{8F72324D-BDCE-419D-B21C-9F1D89CF9756}" dt="2026-06-08T16:27:57.085" v="88" actId="15"/>
          <ac:spMkLst>
            <pc:docMk/>
            <pc:sldMk cId="1507395619" sldId="331"/>
            <ac:spMk id="47" creationId="{F2C35C88-41D8-33F3-D3EA-3F4C013C4221}"/>
          </ac:spMkLst>
        </pc:spChg>
        <pc:graphicFrameChg chg="add mod modGraphic">
          <ac:chgData name="Hernandez, Santiago Andres" userId="359de4d9-d13a-4fba-bf8c-78bf97773866" providerId="ADAL" clId="{8F72324D-BDCE-419D-B21C-9F1D89CF9756}" dt="2026-06-04T22:06:56.253" v="85" actId="1076"/>
          <ac:graphicFrameMkLst>
            <pc:docMk/>
            <pc:sldMk cId="1507395619" sldId="331"/>
            <ac:graphicFrameMk id="30" creationId="{66A86FA2-3922-CDED-E697-DC65322D0A0B}"/>
          </ac:graphicFrameMkLst>
        </pc:graphicFrameChg>
        <pc:picChg chg="add mod">
          <ac:chgData name="Hernandez, Santiago Andres" userId="359de4d9-d13a-4fba-bf8c-78bf97773866" providerId="ADAL" clId="{8F72324D-BDCE-419D-B21C-9F1D89CF9756}" dt="2026-06-04T21:35:34.823" v="11" actId="1076"/>
          <ac:picMkLst>
            <pc:docMk/>
            <pc:sldMk cId="1507395619" sldId="331"/>
            <ac:picMk id="4" creationId="{7CBC6233-F8C4-6D7A-0771-92F56B428874}"/>
          </ac:picMkLst>
        </pc:picChg>
        <pc:picChg chg="add mod">
          <ac:chgData name="Hernandez, Santiago Andres" userId="359de4d9-d13a-4fba-bf8c-78bf97773866" providerId="ADAL" clId="{8F72324D-BDCE-419D-B21C-9F1D89CF9756}" dt="2026-06-04T21:58:30.714" v="36" actId="14100"/>
          <ac:picMkLst>
            <pc:docMk/>
            <pc:sldMk cId="1507395619" sldId="331"/>
            <ac:picMk id="6" creationId="{547F947E-6F81-0662-60AB-740B03B547C3}"/>
          </ac:picMkLst>
        </pc:picChg>
        <pc:picChg chg="add mod">
          <ac:chgData name="Hernandez, Santiago Andres" userId="359de4d9-d13a-4fba-bf8c-78bf97773866" providerId="ADAL" clId="{8F72324D-BDCE-419D-B21C-9F1D89CF9756}" dt="2026-06-04T21:59:13.141" v="42" actId="1076"/>
          <ac:picMkLst>
            <pc:docMk/>
            <pc:sldMk cId="1507395619" sldId="331"/>
            <ac:picMk id="11" creationId="{25B6C26F-621C-03A6-DB9A-43C321AD0DEC}"/>
          </ac:picMkLst>
        </pc:picChg>
      </pc:sldChg>
      <pc:sldChg chg="addSp delSp modSp mod">
        <pc:chgData name="Hernandez, Santiago Andres" userId="359de4d9-d13a-4fba-bf8c-78bf97773866" providerId="ADAL" clId="{8F72324D-BDCE-419D-B21C-9F1D89CF9756}" dt="2026-06-04T22:06:43.347" v="82" actId="478"/>
        <pc:sldMkLst>
          <pc:docMk/>
          <pc:sldMk cId="3908395258" sldId="332"/>
        </pc:sldMkLst>
        <pc:spChg chg="mod">
          <ac:chgData name="Hernandez, Santiago Andres" userId="359de4d9-d13a-4fba-bf8c-78bf97773866" providerId="ADAL" clId="{8F72324D-BDCE-419D-B21C-9F1D89CF9756}" dt="2026-06-04T22:06:42.329" v="80" actId="1076"/>
          <ac:spMkLst>
            <pc:docMk/>
            <pc:sldMk cId="3908395258" sldId="332"/>
            <ac:spMk id="19" creationId="{7F726916-AD80-FBFE-98AE-FB256201EDCA}"/>
          </ac:spMkLst>
        </pc:spChg>
        <pc:spChg chg="mod">
          <ac:chgData name="Hernandez, Santiago Andres" userId="359de4d9-d13a-4fba-bf8c-78bf97773866" providerId="ADAL" clId="{8F72324D-BDCE-419D-B21C-9F1D89CF9756}" dt="2026-06-04T22:06:42.329" v="80" actId="1076"/>
          <ac:spMkLst>
            <pc:docMk/>
            <pc:sldMk cId="3908395258" sldId="332"/>
            <ac:spMk id="20" creationId="{726AE9B3-1860-3CEC-D903-A3B9106E03E2}"/>
          </ac:spMkLst>
        </pc:spChg>
        <pc:spChg chg="mod">
          <ac:chgData name="Hernandez, Santiago Andres" userId="359de4d9-d13a-4fba-bf8c-78bf97773866" providerId="ADAL" clId="{8F72324D-BDCE-419D-B21C-9F1D89CF9756}" dt="2026-06-04T22:06:42.329" v="80" actId="1076"/>
          <ac:spMkLst>
            <pc:docMk/>
            <pc:sldMk cId="3908395258" sldId="332"/>
            <ac:spMk id="21" creationId="{72AF12DD-EC75-B1D6-1220-38CF74528A84}"/>
          </ac:spMkLst>
        </pc:spChg>
        <pc:spChg chg="mod">
          <ac:chgData name="Hernandez, Santiago Andres" userId="359de4d9-d13a-4fba-bf8c-78bf97773866" providerId="ADAL" clId="{8F72324D-BDCE-419D-B21C-9F1D89CF9756}" dt="2026-06-04T22:06:42.329" v="80" actId="1076"/>
          <ac:spMkLst>
            <pc:docMk/>
            <pc:sldMk cId="3908395258" sldId="332"/>
            <ac:spMk id="22" creationId="{EFFADB59-6AFC-52F0-3131-5856282330A1}"/>
          </ac:spMkLst>
        </pc:spChg>
        <pc:spChg chg="mod">
          <ac:chgData name="Hernandez, Santiago Andres" userId="359de4d9-d13a-4fba-bf8c-78bf97773866" providerId="ADAL" clId="{8F72324D-BDCE-419D-B21C-9F1D89CF9756}" dt="2026-06-04T22:06:42.329" v="80" actId="1076"/>
          <ac:spMkLst>
            <pc:docMk/>
            <pc:sldMk cId="3908395258" sldId="332"/>
            <ac:spMk id="36" creationId="{083BA960-9D6D-9C34-D87F-8F941D4EEDCE}"/>
          </ac:spMkLst>
        </pc:spChg>
        <pc:spChg chg="mod">
          <ac:chgData name="Hernandez, Santiago Andres" userId="359de4d9-d13a-4fba-bf8c-78bf97773866" providerId="ADAL" clId="{8F72324D-BDCE-419D-B21C-9F1D89CF9756}" dt="2026-06-04T22:06:42.329" v="80" actId="1076"/>
          <ac:spMkLst>
            <pc:docMk/>
            <pc:sldMk cId="3908395258" sldId="332"/>
            <ac:spMk id="38" creationId="{B4FE5F1B-254C-726F-D840-9E690EA1A92F}"/>
          </ac:spMkLst>
        </pc:spChg>
        <pc:spChg chg="add del">
          <ac:chgData name="Hernandez, Santiago Andres" userId="359de4d9-d13a-4fba-bf8c-78bf97773866" providerId="ADAL" clId="{8F72324D-BDCE-419D-B21C-9F1D89CF9756}" dt="2026-06-04T22:06:42.870" v="81" actId="478"/>
          <ac:spMkLst>
            <pc:docMk/>
            <pc:sldMk cId="3908395258" sldId="332"/>
            <ac:spMk id="42" creationId="{6398BE72-9E52-DD59-FDB6-34B600A44638}"/>
          </ac:spMkLst>
        </pc:spChg>
        <pc:spChg chg="add del">
          <ac:chgData name="Hernandez, Santiago Andres" userId="359de4d9-d13a-4fba-bf8c-78bf97773866" providerId="ADAL" clId="{8F72324D-BDCE-419D-B21C-9F1D89CF9756}" dt="2026-06-04T22:06:43.347" v="82" actId="478"/>
          <ac:spMkLst>
            <pc:docMk/>
            <pc:sldMk cId="3908395258" sldId="332"/>
            <ac:spMk id="43" creationId="{95B4C9E7-7659-1FC3-CE6E-A37D585A2EAF}"/>
          </ac:spMkLst>
        </pc:spChg>
        <pc:spChg chg="add del">
          <ac:chgData name="Hernandez, Santiago Andres" userId="359de4d9-d13a-4fba-bf8c-78bf97773866" providerId="ADAL" clId="{8F72324D-BDCE-419D-B21C-9F1D89CF9756}" dt="2026-06-04T22:06:43.347" v="82" actId="478"/>
          <ac:spMkLst>
            <pc:docMk/>
            <pc:sldMk cId="3908395258" sldId="332"/>
            <ac:spMk id="44" creationId="{7B226910-BDBD-7F76-0843-0D092E2F12E2}"/>
          </ac:spMkLst>
        </pc:spChg>
        <pc:spChg chg="add del">
          <ac:chgData name="Hernandez, Santiago Andres" userId="359de4d9-d13a-4fba-bf8c-78bf97773866" providerId="ADAL" clId="{8F72324D-BDCE-419D-B21C-9F1D89CF9756}" dt="2026-06-04T22:06:43.347" v="82" actId="478"/>
          <ac:spMkLst>
            <pc:docMk/>
            <pc:sldMk cId="3908395258" sldId="332"/>
            <ac:spMk id="45" creationId="{B1D4FD91-C3B9-7A7C-C60A-125018D60EC3}"/>
          </ac:spMkLst>
        </pc:spChg>
        <pc:spChg chg="add del">
          <ac:chgData name="Hernandez, Santiago Andres" userId="359de4d9-d13a-4fba-bf8c-78bf97773866" providerId="ADAL" clId="{8F72324D-BDCE-419D-B21C-9F1D89CF9756}" dt="2026-06-04T22:06:43.347" v="82" actId="478"/>
          <ac:spMkLst>
            <pc:docMk/>
            <pc:sldMk cId="3908395258" sldId="332"/>
            <ac:spMk id="46" creationId="{2F8C26A8-B007-E50E-AE0F-BC609BDB9500}"/>
          </ac:spMkLst>
        </pc:spChg>
        <pc:spChg chg="add del">
          <ac:chgData name="Hernandez, Santiago Andres" userId="359de4d9-d13a-4fba-bf8c-78bf97773866" providerId="ADAL" clId="{8F72324D-BDCE-419D-B21C-9F1D89CF9756}" dt="2026-06-04T22:06:43.347" v="82" actId="478"/>
          <ac:spMkLst>
            <pc:docMk/>
            <pc:sldMk cId="3908395258" sldId="332"/>
            <ac:spMk id="47" creationId="{20F34475-AA07-9EAA-03EE-0369F702F6F2}"/>
          </ac:spMkLst>
        </pc:spChg>
        <pc:picChg chg="mod">
          <ac:chgData name="Hernandez, Santiago Andres" userId="359de4d9-d13a-4fba-bf8c-78bf97773866" providerId="ADAL" clId="{8F72324D-BDCE-419D-B21C-9F1D89CF9756}" dt="2026-06-04T22:06:42.329" v="80" actId="1076"/>
          <ac:picMkLst>
            <pc:docMk/>
            <pc:sldMk cId="3908395258" sldId="332"/>
            <ac:picMk id="16" creationId="{BAA4F6C7-95FE-44CA-614A-391DF70DD29C}"/>
          </ac:picMkLst>
        </pc:picChg>
        <pc:picChg chg="mod">
          <ac:chgData name="Hernandez, Santiago Andres" userId="359de4d9-d13a-4fba-bf8c-78bf97773866" providerId="ADAL" clId="{8F72324D-BDCE-419D-B21C-9F1D89CF9756}" dt="2026-06-04T22:06:42.329" v="80" actId="1076"/>
          <ac:picMkLst>
            <pc:docMk/>
            <pc:sldMk cId="3908395258" sldId="332"/>
            <ac:picMk id="17" creationId="{D97D5D3A-3756-D47D-7957-F6436BB7BAFE}"/>
          </ac:picMkLst>
        </pc:picChg>
        <pc:picChg chg="mod">
          <ac:chgData name="Hernandez, Santiago Andres" userId="359de4d9-d13a-4fba-bf8c-78bf97773866" providerId="ADAL" clId="{8F72324D-BDCE-419D-B21C-9F1D89CF9756}" dt="2026-06-04T22:06:42.329" v="80" actId="1076"/>
          <ac:picMkLst>
            <pc:docMk/>
            <pc:sldMk cId="3908395258" sldId="332"/>
            <ac:picMk id="18" creationId="{3D66D347-C76E-EE43-A395-8E2C3D61D594}"/>
          </ac:picMkLst>
        </pc:picChg>
        <pc:picChg chg="add del">
          <ac:chgData name="Hernandez, Santiago Andres" userId="359de4d9-d13a-4fba-bf8c-78bf97773866" providerId="ADAL" clId="{8F72324D-BDCE-419D-B21C-9F1D89CF9756}" dt="2026-06-04T22:06:43.347" v="82" actId="478"/>
          <ac:picMkLst>
            <pc:docMk/>
            <pc:sldMk cId="3908395258" sldId="332"/>
            <ac:picMk id="39" creationId="{628A80BB-D71A-4D3D-7EB3-D731BD74ADA0}"/>
          </ac:picMkLst>
        </pc:picChg>
        <pc:picChg chg="add del">
          <ac:chgData name="Hernandez, Santiago Andres" userId="359de4d9-d13a-4fba-bf8c-78bf97773866" providerId="ADAL" clId="{8F72324D-BDCE-419D-B21C-9F1D89CF9756}" dt="2026-06-04T22:06:43.347" v="82" actId="478"/>
          <ac:picMkLst>
            <pc:docMk/>
            <pc:sldMk cId="3908395258" sldId="332"/>
            <ac:picMk id="40" creationId="{D7DD8F2E-ECB4-7387-6641-E66ABF5D3CBE}"/>
          </ac:picMkLst>
        </pc:picChg>
        <pc:picChg chg="add del">
          <ac:chgData name="Hernandez, Santiago Andres" userId="359de4d9-d13a-4fba-bf8c-78bf97773866" providerId="ADAL" clId="{8F72324D-BDCE-419D-B21C-9F1D89CF9756}" dt="2026-06-04T22:06:43.347" v="82" actId="478"/>
          <ac:picMkLst>
            <pc:docMk/>
            <pc:sldMk cId="3908395258" sldId="332"/>
            <ac:picMk id="41" creationId="{8FBE7120-84B5-21EE-AD5F-44C7EC248EA2}"/>
          </ac:picMkLst>
        </pc:picChg>
      </pc:sldChg>
      <pc:sldChg chg="addSp modSp del mod ord">
        <pc:chgData name="Hernandez, Santiago Andres" userId="359de4d9-d13a-4fba-bf8c-78bf97773866" providerId="ADAL" clId="{8F72324D-BDCE-419D-B21C-9F1D89CF9756}" dt="2026-06-08T17:23:12.511" v="90" actId="47"/>
        <pc:sldMkLst>
          <pc:docMk/>
          <pc:sldMk cId="722053247" sldId="333"/>
        </pc:sldMkLst>
      </pc:sldChg>
      <pc:sldChg chg="addSp delSp modSp add mod">
        <pc:chgData name="Hernandez, Santiago Andres" userId="359de4d9-d13a-4fba-bf8c-78bf97773866" providerId="ADAL" clId="{8F72324D-BDCE-419D-B21C-9F1D89CF9756}" dt="2026-06-08T19:02:34.493" v="299" actId="1076"/>
        <pc:sldMkLst>
          <pc:docMk/>
          <pc:sldMk cId="2887843356" sldId="333"/>
        </pc:sldMkLst>
        <pc:spChg chg="add mod">
          <ac:chgData name="Hernandez, Santiago Andres" userId="359de4d9-d13a-4fba-bf8c-78bf97773866" providerId="ADAL" clId="{8F72324D-BDCE-419D-B21C-9F1D89CF9756}" dt="2026-06-08T19:01:42.373" v="296" actId="14100"/>
          <ac:spMkLst>
            <pc:docMk/>
            <pc:sldMk cId="2887843356" sldId="333"/>
            <ac:spMk id="6" creationId="{E7AB9FEC-60BF-382A-052A-E3A6AEC0EA84}"/>
          </ac:spMkLst>
        </pc:spChg>
        <pc:spChg chg="add mod">
          <ac:chgData name="Hernandez, Santiago Andres" userId="359de4d9-d13a-4fba-bf8c-78bf97773866" providerId="ADAL" clId="{8F72324D-BDCE-419D-B21C-9F1D89CF9756}" dt="2026-06-08T19:02:34.493" v="299" actId="1076"/>
          <ac:spMkLst>
            <pc:docMk/>
            <pc:sldMk cId="2887843356" sldId="333"/>
            <ac:spMk id="9" creationId="{799BBEAE-E118-B702-306F-2BD68F4D559D}"/>
          </ac:spMkLst>
        </pc:spChg>
        <pc:spChg chg="del">
          <ac:chgData name="Hernandez, Santiago Andres" userId="359de4d9-d13a-4fba-bf8c-78bf97773866" providerId="ADAL" clId="{8F72324D-BDCE-419D-B21C-9F1D89CF9756}" dt="2026-06-08T17:23:23.528" v="94" actId="478"/>
          <ac:spMkLst>
            <pc:docMk/>
            <pc:sldMk cId="2887843356" sldId="333"/>
            <ac:spMk id="19" creationId="{F4861C91-E985-B60C-D29E-B8757DBCA2D7}"/>
          </ac:spMkLst>
        </pc:spChg>
        <pc:spChg chg="del">
          <ac:chgData name="Hernandez, Santiago Andres" userId="359de4d9-d13a-4fba-bf8c-78bf97773866" providerId="ADAL" clId="{8F72324D-BDCE-419D-B21C-9F1D89CF9756}" dt="2026-06-08T17:23:36.343" v="95" actId="478"/>
          <ac:spMkLst>
            <pc:docMk/>
            <pc:sldMk cId="2887843356" sldId="333"/>
            <ac:spMk id="20" creationId="{0DCBB76F-D889-FD07-1237-3A2BF7FBCBD1}"/>
          </ac:spMkLst>
        </pc:spChg>
        <pc:spChg chg="del">
          <ac:chgData name="Hernandez, Santiago Andres" userId="359de4d9-d13a-4fba-bf8c-78bf97773866" providerId="ADAL" clId="{8F72324D-BDCE-419D-B21C-9F1D89CF9756}" dt="2026-06-08T17:23:23.528" v="94" actId="478"/>
          <ac:spMkLst>
            <pc:docMk/>
            <pc:sldMk cId="2887843356" sldId="333"/>
            <ac:spMk id="21" creationId="{86B4B0B5-E6FA-4728-9750-363624761F46}"/>
          </ac:spMkLst>
        </pc:spChg>
        <pc:spChg chg="del">
          <ac:chgData name="Hernandez, Santiago Andres" userId="359de4d9-d13a-4fba-bf8c-78bf97773866" providerId="ADAL" clId="{8F72324D-BDCE-419D-B21C-9F1D89CF9756}" dt="2026-06-08T17:23:23.528" v="94" actId="478"/>
          <ac:spMkLst>
            <pc:docMk/>
            <pc:sldMk cId="2887843356" sldId="333"/>
            <ac:spMk id="22" creationId="{583CBB96-5EB6-4638-9B83-312BD910790F}"/>
          </ac:spMkLst>
        </pc:spChg>
        <pc:spChg chg="mod">
          <ac:chgData name="Hernandez, Santiago Andres" userId="359de4d9-d13a-4fba-bf8c-78bf97773866" providerId="ADAL" clId="{8F72324D-BDCE-419D-B21C-9F1D89CF9756}" dt="2026-06-08T17:24:15.418" v="102" actId="255"/>
          <ac:spMkLst>
            <pc:docMk/>
            <pc:sldMk cId="2887843356" sldId="333"/>
            <ac:spMk id="35" creationId="{CCC9F501-1CB3-9A6B-64AB-27225C59ACAF}"/>
          </ac:spMkLst>
        </pc:spChg>
        <pc:spChg chg="del">
          <ac:chgData name="Hernandez, Santiago Andres" userId="359de4d9-d13a-4fba-bf8c-78bf97773866" providerId="ADAL" clId="{8F72324D-BDCE-419D-B21C-9F1D89CF9756}" dt="2026-06-08T17:23:23.528" v="94" actId="478"/>
          <ac:spMkLst>
            <pc:docMk/>
            <pc:sldMk cId="2887843356" sldId="333"/>
            <ac:spMk id="36" creationId="{843401DC-223B-44FE-0D55-9671218A3000}"/>
          </ac:spMkLst>
        </pc:spChg>
        <pc:spChg chg="del mod">
          <ac:chgData name="Hernandez, Santiago Andres" userId="359de4d9-d13a-4fba-bf8c-78bf97773866" providerId="ADAL" clId="{8F72324D-BDCE-419D-B21C-9F1D89CF9756}" dt="2026-06-08T17:23:23.528" v="94" actId="478"/>
          <ac:spMkLst>
            <pc:docMk/>
            <pc:sldMk cId="2887843356" sldId="333"/>
            <ac:spMk id="38" creationId="{C44B7B4F-8E38-7759-EBD7-23AD025FC5EA}"/>
          </ac:spMkLst>
        </pc:spChg>
        <pc:spChg chg="del">
          <ac:chgData name="Hernandez, Santiago Andres" userId="359de4d9-d13a-4fba-bf8c-78bf97773866" providerId="ADAL" clId="{8F72324D-BDCE-419D-B21C-9F1D89CF9756}" dt="2026-06-08T17:23:23.528" v="94" actId="478"/>
          <ac:spMkLst>
            <pc:docMk/>
            <pc:sldMk cId="2887843356" sldId="333"/>
            <ac:spMk id="42" creationId="{0E4D94D4-56C1-928D-5D88-3417208507F1}"/>
          </ac:spMkLst>
        </pc:spChg>
        <pc:spChg chg="del">
          <ac:chgData name="Hernandez, Santiago Andres" userId="359de4d9-d13a-4fba-bf8c-78bf97773866" providerId="ADAL" clId="{8F72324D-BDCE-419D-B21C-9F1D89CF9756}" dt="2026-06-08T17:23:23.528" v="94" actId="478"/>
          <ac:spMkLst>
            <pc:docMk/>
            <pc:sldMk cId="2887843356" sldId="333"/>
            <ac:spMk id="44" creationId="{E114DF00-20E4-10B4-A40E-0C9B4D68B1A9}"/>
          </ac:spMkLst>
        </pc:spChg>
        <pc:spChg chg="del">
          <ac:chgData name="Hernandez, Santiago Andres" userId="359de4d9-d13a-4fba-bf8c-78bf97773866" providerId="ADAL" clId="{8F72324D-BDCE-419D-B21C-9F1D89CF9756}" dt="2026-06-08T17:23:23.528" v="94" actId="478"/>
          <ac:spMkLst>
            <pc:docMk/>
            <pc:sldMk cId="2887843356" sldId="333"/>
            <ac:spMk id="45" creationId="{ABF530F3-51F6-3122-7ED1-5DB101B343DA}"/>
          </ac:spMkLst>
        </pc:spChg>
        <pc:spChg chg="del">
          <ac:chgData name="Hernandez, Santiago Andres" userId="359de4d9-d13a-4fba-bf8c-78bf97773866" providerId="ADAL" clId="{8F72324D-BDCE-419D-B21C-9F1D89CF9756}" dt="2026-06-08T17:23:23.528" v="94" actId="478"/>
          <ac:spMkLst>
            <pc:docMk/>
            <pc:sldMk cId="2887843356" sldId="333"/>
            <ac:spMk id="46" creationId="{35A6ACB5-A257-3EC6-2874-3415E3BDD051}"/>
          </ac:spMkLst>
        </pc:spChg>
        <pc:spChg chg="del">
          <ac:chgData name="Hernandez, Santiago Andres" userId="359de4d9-d13a-4fba-bf8c-78bf97773866" providerId="ADAL" clId="{8F72324D-BDCE-419D-B21C-9F1D89CF9756}" dt="2026-06-08T17:23:23.528" v="94" actId="478"/>
          <ac:spMkLst>
            <pc:docMk/>
            <pc:sldMk cId="2887843356" sldId="333"/>
            <ac:spMk id="47" creationId="{1A7D8455-F0C5-4680-846F-6296A16B2C5A}"/>
          </ac:spMkLst>
        </pc:spChg>
        <pc:picChg chg="add del mod">
          <ac:chgData name="Hernandez, Santiago Andres" userId="359de4d9-d13a-4fba-bf8c-78bf97773866" providerId="ADAL" clId="{8F72324D-BDCE-419D-B21C-9F1D89CF9756}" dt="2026-06-08T17:39:54.635" v="106" actId="478"/>
          <ac:picMkLst>
            <pc:docMk/>
            <pc:sldMk cId="2887843356" sldId="333"/>
            <ac:picMk id="3" creationId="{D97D4338-2714-60E4-7176-19A8D3FDF7A5}"/>
          </ac:picMkLst>
        </pc:picChg>
        <pc:picChg chg="add mod">
          <ac:chgData name="Hernandez, Santiago Andres" userId="359de4d9-d13a-4fba-bf8c-78bf97773866" providerId="ADAL" clId="{8F72324D-BDCE-419D-B21C-9F1D89CF9756}" dt="2026-06-08T17:40:02.099" v="110" actId="1076"/>
          <ac:picMkLst>
            <pc:docMk/>
            <pc:sldMk cId="2887843356" sldId="333"/>
            <ac:picMk id="5" creationId="{DA929DB0-1F21-35D4-0C32-909C3BABEAB8}"/>
          </ac:picMkLst>
        </pc:picChg>
        <pc:picChg chg="add del">
          <ac:chgData name="Hernandez, Santiago Andres" userId="359de4d9-d13a-4fba-bf8c-78bf97773866" providerId="ADAL" clId="{8F72324D-BDCE-419D-B21C-9F1D89CF9756}" dt="2026-06-08T17:43:38.411" v="225" actId="21"/>
          <ac:picMkLst>
            <pc:docMk/>
            <pc:sldMk cId="2887843356" sldId="333"/>
            <ac:picMk id="8" creationId="{54FCEEFD-0FB6-CB1A-CC2D-E4F588F75DF5}"/>
          </ac:picMkLst>
        </pc:picChg>
        <pc:picChg chg="del">
          <ac:chgData name="Hernandez, Santiago Andres" userId="359de4d9-d13a-4fba-bf8c-78bf97773866" providerId="ADAL" clId="{8F72324D-BDCE-419D-B21C-9F1D89CF9756}" dt="2026-06-08T17:23:18.625" v="92" actId="478"/>
          <ac:picMkLst>
            <pc:docMk/>
            <pc:sldMk cId="2887843356" sldId="333"/>
            <ac:picMk id="16" creationId="{D16A3AC3-5B47-B591-C2E8-A763135BF012}"/>
          </ac:picMkLst>
        </pc:picChg>
      </pc:sldChg>
      <pc:sldChg chg="addSp delSp modSp add del mod ord">
        <pc:chgData name="Hernandez, Santiago Andres" userId="359de4d9-d13a-4fba-bf8c-78bf97773866" providerId="ADAL" clId="{8F72324D-BDCE-419D-B21C-9F1D89CF9756}" dt="2026-06-08T17:23:11.420" v="89" actId="47"/>
        <pc:sldMkLst>
          <pc:docMk/>
          <pc:sldMk cId="1726465859" sldId="334"/>
        </pc:sldMkLst>
      </pc:sldChg>
      <pc:sldChg chg="addSp delSp modSp add mod">
        <pc:chgData name="Hernandez, Santiago Andres" userId="359de4d9-d13a-4fba-bf8c-78bf97773866" providerId="ADAL" clId="{8F72324D-BDCE-419D-B21C-9F1D89CF9756}" dt="2026-06-08T17:45:39.682" v="282" actId="20577"/>
        <pc:sldMkLst>
          <pc:docMk/>
          <pc:sldMk cId="3069545046" sldId="334"/>
        </pc:sldMkLst>
        <pc:spChg chg="mod">
          <ac:chgData name="Hernandez, Santiago Andres" userId="359de4d9-d13a-4fba-bf8c-78bf97773866" providerId="ADAL" clId="{8F72324D-BDCE-419D-B21C-9F1D89CF9756}" dt="2026-06-08T17:45:39.682" v="282" actId="20577"/>
          <ac:spMkLst>
            <pc:docMk/>
            <pc:sldMk cId="3069545046" sldId="334"/>
            <ac:spMk id="35" creationId="{DB998170-15C5-CBAB-B07A-0508C142DF00}"/>
          </ac:spMkLst>
        </pc:spChg>
        <pc:picChg chg="add mod">
          <ac:chgData name="Hernandez, Santiago Andres" userId="359de4d9-d13a-4fba-bf8c-78bf97773866" providerId="ADAL" clId="{8F72324D-BDCE-419D-B21C-9F1D89CF9756}" dt="2026-06-08T17:40:48.853" v="116" actId="1076"/>
          <ac:picMkLst>
            <pc:docMk/>
            <pc:sldMk cId="3069545046" sldId="334"/>
            <ac:picMk id="3" creationId="{8BD1FBDC-DBD8-0FE7-B837-68FF3AEFFB35}"/>
          </ac:picMkLst>
        </pc:picChg>
        <pc:picChg chg="del">
          <ac:chgData name="Hernandez, Santiago Andres" userId="359de4d9-d13a-4fba-bf8c-78bf97773866" providerId="ADAL" clId="{8F72324D-BDCE-419D-B21C-9F1D89CF9756}" dt="2026-06-08T17:40:09.088" v="112" actId="478"/>
          <ac:picMkLst>
            <pc:docMk/>
            <pc:sldMk cId="3069545046" sldId="334"/>
            <ac:picMk id="5" creationId="{FE8653E4-103C-C7E3-97D0-A19E0E20D356}"/>
          </ac:picMkLst>
        </pc:picChg>
      </pc:sldChg>
      <pc:sldChg chg="addSp delSp modSp add mod">
        <pc:chgData name="Hernandez, Santiago Andres" userId="359de4d9-d13a-4fba-bf8c-78bf97773866" providerId="ADAL" clId="{8F72324D-BDCE-419D-B21C-9F1D89CF9756}" dt="2026-06-08T19:29:29.111" v="319" actId="1076"/>
        <pc:sldMkLst>
          <pc:docMk/>
          <pc:sldMk cId="3061076368" sldId="335"/>
        </pc:sldMkLst>
        <pc:spChg chg="mod">
          <ac:chgData name="Hernandez, Santiago Andres" userId="359de4d9-d13a-4fba-bf8c-78bf97773866" providerId="ADAL" clId="{8F72324D-BDCE-419D-B21C-9F1D89CF9756}" dt="2026-06-08T18:14:01.765" v="295" actId="20577"/>
          <ac:spMkLst>
            <pc:docMk/>
            <pc:sldMk cId="3061076368" sldId="335"/>
            <ac:spMk id="35" creationId="{75CB7F52-CB02-5B54-8AB1-2F024F2C939F}"/>
          </ac:spMkLst>
        </pc:spChg>
        <pc:picChg chg="del">
          <ac:chgData name="Hernandez, Santiago Andres" userId="359de4d9-d13a-4fba-bf8c-78bf97773866" providerId="ADAL" clId="{8F72324D-BDCE-419D-B21C-9F1D89CF9756}" dt="2026-06-08T18:10:22.155" v="287" actId="478"/>
          <ac:picMkLst>
            <pc:docMk/>
            <pc:sldMk cId="3061076368" sldId="335"/>
            <ac:picMk id="3" creationId="{C0506C27-C288-068A-425B-4068B09F0CF6}"/>
          </ac:picMkLst>
        </pc:picChg>
        <pc:picChg chg="add mod modCrop">
          <ac:chgData name="Hernandez, Santiago Andres" userId="359de4d9-d13a-4fba-bf8c-78bf97773866" providerId="ADAL" clId="{8F72324D-BDCE-419D-B21C-9F1D89CF9756}" dt="2026-06-08T19:28:27.988" v="309" actId="1076"/>
          <ac:picMkLst>
            <pc:docMk/>
            <pc:sldMk cId="3061076368" sldId="335"/>
            <ac:picMk id="4" creationId="{9F673FA3-495F-3FA9-D4A2-D172C959C364}"/>
          </ac:picMkLst>
        </pc:picChg>
        <pc:picChg chg="add del mod">
          <ac:chgData name="Hernandez, Santiago Andres" userId="359de4d9-d13a-4fba-bf8c-78bf97773866" providerId="ADAL" clId="{8F72324D-BDCE-419D-B21C-9F1D89CF9756}" dt="2026-06-08T19:29:04.506" v="314" actId="478"/>
          <ac:picMkLst>
            <pc:docMk/>
            <pc:sldMk cId="3061076368" sldId="335"/>
            <ac:picMk id="6" creationId="{53722327-D39C-B08B-9FAE-83E2F81F48FE}"/>
          </ac:picMkLst>
        </pc:picChg>
        <pc:picChg chg="add mod">
          <ac:chgData name="Hernandez, Santiago Andres" userId="359de4d9-d13a-4fba-bf8c-78bf97773866" providerId="ADAL" clId="{8F72324D-BDCE-419D-B21C-9F1D89CF9756}" dt="2026-06-08T19:29:29.111" v="319" actId="1076"/>
          <ac:picMkLst>
            <pc:docMk/>
            <pc:sldMk cId="3061076368" sldId="335"/>
            <ac:picMk id="8" creationId="{D2A6601A-6C5D-B360-9469-45F8AD3440BD}"/>
          </ac:picMkLst>
        </pc:picChg>
      </pc:sldChg>
      <pc:sldChg chg="addSp delSp modSp add mod">
        <pc:chgData name="Hernandez, Santiago Andres" userId="359de4d9-d13a-4fba-bf8c-78bf97773866" providerId="ADAL" clId="{8F72324D-BDCE-419D-B21C-9F1D89CF9756}" dt="2026-06-08T19:25:24.789" v="305" actId="1076"/>
        <pc:sldMkLst>
          <pc:docMk/>
          <pc:sldMk cId="1849660292" sldId="336"/>
        </pc:sldMkLst>
        <pc:picChg chg="add mod">
          <ac:chgData name="Hernandez, Santiago Andres" userId="359de4d9-d13a-4fba-bf8c-78bf97773866" providerId="ADAL" clId="{8F72324D-BDCE-419D-B21C-9F1D89CF9756}" dt="2026-06-08T19:25:24.789" v="305" actId="1076"/>
          <ac:picMkLst>
            <pc:docMk/>
            <pc:sldMk cId="1849660292" sldId="336"/>
            <ac:picMk id="3" creationId="{24605050-03A8-C351-E65D-318C3A92B242}"/>
          </ac:picMkLst>
        </pc:picChg>
        <pc:picChg chg="del">
          <ac:chgData name="Hernandez, Santiago Andres" userId="359de4d9-d13a-4fba-bf8c-78bf97773866" providerId="ADAL" clId="{8F72324D-BDCE-419D-B21C-9F1D89CF9756}" dt="2026-06-08T19:25:16.069" v="301" actId="478"/>
          <ac:picMkLst>
            <pc:docMk/>
            <pc:sldMk cId="1849660292" sldId="336"/>
            <ac:picMk id="4" creationId="{97CAA8A8-B35D-7349-48AD-BFFF9CF282F2}"/>
          </ac:picMkLst>
        </pc:picChg>
      </pc:sldChg>
    </pc:docChg>
  </pc:docChgLst>
  <pc:docChgLst>
    <pc:chgData name="Hernandez, Santiago Andres" userId="S::shernandez2@intercorp.com.pe::359de4d9-d13a-4fba-bf8c-78bf97773866" providerId="AD" clId="Web-{66B6D1FC-76C0-FBC5-BB20-F3BB6CBDEA45}"/>
    <pc:docChg chg="modSld">
      <pc:chgData name="Hernandez, Santiago Andres" userId="S::shernandez2@intercorp.com.pe::359de4d9-d13a-4fba-bf8c-78bf97773866" providerId="AD" clId="Web-{66B6D1FC-76C0-FBC5-BB20-F3BB6CBDEA45}" dt="2026-06-04T22:16:37.488" v="7" actId="20577"/>
      <pc:docMkLst>
        <pc:docMk/>
      </pc:docMkLst>
      <pc:sldChg chg="modSp">
        <pc:chgData name="Hernandez, Santiago Andres" userId="S::shernandez2@intercorp.com.pe::359de4d9-d13a-4fba-bf8c-78bf97773866" providerId="AD" clId="Web-{66B6D1FC-76C0-FBC5-BB20-F3BB6CBDEA45}" dt="2026-06-04T22:10:11.908" v="3" actId="20577"/>
        <pc:sldMkLst>
          <pc:docMk/>
          <pc:sldMk cId="0" sldId="263"/>
        </pc:sldMkLst>
        <pc:spChg chg="mod">
          <ac:chgData name="Hernandez, Santiago Andres" userId="S::shernandez2@intercorp.com.pe::359de4d9-d13a-4fba-bf8c-78bf97773866" providerId="AD" clId="Web-{66B6D1FC-76C0-FBC5-BB20-F3BB6CBDEA45}" dt="2026-06-04T22:10:11.908" v="3" actId="20577"/>
          <ac:spMkLst>
            <pc:docMk/>
            <pc:sldMk cId="0" sldId="263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0A64B-CE03-4E12-8B72-5B068780E52B}" type="datetimeFigureOut">
              <a:rPr lang="es-PE" smtClean="0"/>
              <a:t>8/06/2026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C1755-1B70-44FD-854A-204399D6A25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46390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3EDC4F-AE13-436D-BC5F-40D994C496F5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8149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D57E8-5C4A-870E-3918-E4935DBAC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C2E929-1F25-E8AE-9013-884E57D5B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87627-3A5C-0436-7358-3C916836F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03058-7930-4A23-BBE8-0818F11E21DF}" type="datetimeFigureOut">
              <a:rPr lang="es-PE" smtClean="0"/>
              <a:t>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D7B14B-5EC0-4CBB-437C-19F797619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84D9E1-76CD-BDA5-19CE-6EB03F7C2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0A26E-1D9E-4EED-BE91-26E0DFC3BFB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43648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FE09D-39C8-D084-0542-6016B0683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566EE3-42DE-2389-15C6-405E2FBAF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FA09CF-A165-D9E1-FD92-E1989C08B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03058-7930-4A23-BBE8-0818F11E21DF}" type="datetimeFigureOut">
              <a:rPr lang="es-PE" smtClean="0"/>
              <a:t>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49610E-6DF7-213E-5CAC-48F1B5D0E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A749AE-C6FD-656A-FEDF-23B492D4B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0A26E-1D9E-4EED-BE91-26E0DFC3BFB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902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6AF64-344E-E818-BBFB-6C73EE734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A582A8-C46A-3DFF-4C26-E4464D23B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9AC068-00EE-EB15-9865-9161D9E2F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03058-7930-4A23-BBE8-0818F11E21DF}" type="datetimeFigureOut">
              <a:rPr lang="es-PE" smtClean="0"/>
              <a:t>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94075B-C74E-85BE-C1F6-A9201821F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C7450F-FEFB-CA71-3451-17032B92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0A26E-1D9E-4EED-BE91-26E0DFC3BFB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22646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ADB03-FF9E-6328-051C-7146F37C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CD59D3-3A29-6CC4-E9F2-B07AE8482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C92B5B-21C8-8EED-B646-EF10F3CFB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EAD97B-7DE9-13A8-A047-6148B0FA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03058-7930-4A23-BBE8-0818F11E21DF}" type="datetimeFigureOut">
              <a:rPr lang="es-PE" smtClean="0"/>
              <a:t>8/06/2026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79C107-6A20-E764-EA1A-13ABB8A74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178935-6824-031B-E558-5829312AB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0A26E-1D9E-4EED-BE91-26E0DFC3BFB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82296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63B68-B3BA-7FF7-2E52-83ED7E5C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F7D23D-078B-BD11-93FB-F755E0423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A20478-7C43-3079-55FB-C237D8FCD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8796F5-8FE9-9B7D-DA29-16A3FC037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611F3BF-2013-5ED6-5D73-F3CF921E6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3ADA53D-5A77-5246-3A2C-8AE2FDDA8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03058-7930-4A23-BBE8-0818F11E21DF}" type="datetimeFigureOut">
              <a:rPr lang="es-PE" smtClean="0"/>
              <a:t>8/06/2026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51483D7-2B18-94C9-E3D6-59B65458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471894-42F1-EDB0-0145-F01A3D2F1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0A26E-1D9E-4EED-BE91-26E0DFC3BFB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91263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B18C7-D977-8C2C-2E6C-37B47D74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DF20244-2E71-185E-9AA3-62C1030E7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03058-7930-4A23-BBE8-0818F11E21DF}" type="datetimeFigureOut">
              <a:rPr lang="es-PE" smtClean="0"/>
              <a:t>8/06/2026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4C5D6C8-9FF5-03F9-F363-224D145A0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1BFBC22-AD0C-59D5-B4D4-ED642EB0E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0A26E-1D9E-4EED-BE91-26E0DFC3BFB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49290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CCA73E-D2E0-5345-7FD0-88E97532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03058-7930-4A23-BBE8-0818F11E21DF}" type="datetimeFigureOut">
              <a:rPr lang="es-PE" smtClean="0"/>
              <a:t>8/06/2026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FA222A0-20A3-0B48-68AF-6E3266C43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608958-F7C9-011E-DA63-137F189C3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0A26E-1D9E-4EED-BE91-26E0DFC3BFB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09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7E1F-DCD8-4A6F-5438-CA7750B20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D7CB37-AED4-2127-A673-C6105B798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209E19-E4FD-5ABC-82CB-1E077F35B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DE2F8E-2DC8-1A49-2413-9C5EB173A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03058-7930-4A23-BBE8-0818F11E21DF}" type="datetimeFigureOut">
              <a:rPr lang="es-PE" smtClean="0"/>
              <a:t>8/06/2026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F224F2-320D-5BE7-2658-B70A8582A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924F15-3858-B2BC-0974-FC7A4452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0A26E-1D9E-4EED-BE91-26E0DFC3BFB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49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297A9-4609-4568-1584-41451088F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8BC6A16-0552-B8CE-7075-8B89B2D52A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F9145B-5EA2-647F-0CB2-1068418BB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C9E04F-41ED-920E-D53A-EFD43567C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03058-7930-4A23-BBE8-0818F11E21DF}" type="datetimeFigureOut">
              <a:rPr lang="es-PE" smtClean="0"/>
              <a:t>8/06/2026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B5ED43-1273-2183-918E-894816CBD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789A66-2A27-A5F2-BB7D-C54A51169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0A26E-1D9E-4EED-BE91-26E0DFC3BFB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86477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9DD63-20A8-BA6B-2372-EC8EA6286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655432-B6E4-A062-919C-8CDD671C9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31F772-FE18-103A-77CB-027FAF32B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03058-7930-4A23-BBE8-0818F11E21DF}" type="datetimeFigureOut">
              <a:rPr lang="es-PE" smtClean="0"/>
              <a:t>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6262BB-3C21-B587-51A8-CBD64EE81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907755-4E28-2391-2E80-978612D7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0A26E-1D9E-4EED-BE91-26E0DFC3BFB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92163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337D97-8849-D1B5-A9DC-C4331D0E1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6B9FA6-53FB-562C-52FD-D9EA5B9CE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EA9D34-8AA1-2C40-6664-8AE98E6B4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03058-7930-4A23-BBE8-0818F11E21DF}" type="datetimeFigureOut">
              <a:rPr lang="es-PE" smtClean="0"/>
              <a:t>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AE6243-849D-869F-0732-BA01513C2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E7739F-C4D8-DBD3-2542-768CA099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0A26E-1D9E-4EED-BE91-26E0DFC3BFB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04585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495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EE6EBE-A386-12EB-694B-FF288D280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FBA6AD-BD41-6D61-E044-C338F025E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7CE5BD-5786-4279-DE3D-65ABA10F58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B03058-7930-4A23-BBE8-0818F11E21DF}" type="datetimeFigureOut">
              <a:rPr lang="es-PE" smtClean="0"/>
              <a:t>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EC85FF-31BD-431D-C4E4-52B32472B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D7503F-7C91-9EBC-D40E-8A43E9416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0A26E-1D9E-4EED-BE91-26E0DFC3BFB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68505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6286" y="1074797"/>
            <a:ext cx="4097890" cy="470840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1629" y="2635341"/>
            <a:ext cx="5975498" cy="3476680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8972" marR="0" lvl="0" indent="0" algn="l" defTabSz="634517" rtl="0" eaLnBrk="1" fontAlgn="auto" latinLnBrk="0" hangingPunct="1">
              <a:lnSpc>
                <a:spcPts val="5454"/>
              </a:lnSpc>
              <a:spcBef>
                <a:spcPts val="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srgbClr val="05BE50"/>
                </a:solidFill>
                <a:effectLst/>
                <a:uLnTx/>
                <a:uFillTx/>
                <a:latin typeface="Poppins SemiBold"/>
                <a:ea typeface="+mn-ea"/>
                <a:cs typeface="Poppins SemiBold"/>
              </a:rPr>
              <a:t>Resultado del piloto y siguientes pasos</a:t>
            </a:r>
          </a:p>
          <a:p>
            <a:pPr marL="8890" marR="0" lvl="0" indent="0" algn="l" defTabSz="634517" rtl="0" eaLnBrk="1" fontAlgn="auto" latinLnBrk="0" hangingPunct="1">
              <a:lnSpc>
                <a:spcPts val="5454"/>
              </a:lnSpc>
              <a:spcBef>
                <a:spcPts val="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dirty="0" err="1">
                <a:solidFill>
                  <a:srgbClr val="05BE50"/>
                </a:solidFill>
                <a:latin typeface="Poppins SemiBold"/>
                <a:cs typeface="Poppins SemiBold"/>
              </a:rPr>
              <a:t>Bca</a:t>
            </a:r>
            <a:r>
              <a:rPr lang="es-ES" sz="4000" b="1" dirty="0">
                <a:solidFill>
                  <a:srgbClr val="05BE50"/>
                </a:solidFill>
                <a:latin typeface="Poppins SemiBold"/>
                <a:cs typeface="Poppins SemiBold"/>
              </a:rPr>
              <a:t> Minorista</a:t>
            </a:r>
            <a:br>
              <a:rPr lang="es-ES" sz="46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oppins SemiBold"/>
                <a:cs typeface="Poppins SemiBold"/>
              </a:rPr>
            </a:br>
            <a:r>
              <a:rPr kumimoji="0" lang="es-ES" sz="3200" b="1" i="0" u="none" strike="noStrike" kern="1200" cap="none" spc="0" normalizeH="0" baseline="0" noProof="0" dirty="0">
                <a:ln>
                  <a:noFill/>
                </a:ln>
                <a:solidFill>
                  <a:srgbClr val="05BE50"/>
                </a:solidFill>
                <a:effectLst/>
                <a:uLnTx/>
                <a:uFillTx/>
                <a:latin typeface="Poppins SemiBold"/>
                <a:ea typeface="+mn-ea"/>
                <a:cs typeface="Poppins SemiBold"/>
              </a:rPr>
              <a:t>Data &amp; AI | PLAFT</a:t>
            </a:r>
            <a:endParaRPr lang="es-ES" sz="3200" b="1" i="0" u="none" strike="noStrike" kern="1200" cap="none" spc="0" normalizeH="0" baseline="0" noProof="0" dirty="0">
              <a:ln>
                <a:noFill/>
              </a:ln>
              <a:solidFill>
                <a:srgbClr val="05BE50"/>
              </a:solidFill>
              <a:effectLst/>
              <a:uLnTx/>
              <a:uFillTx/>
              <a:latin typeface="Poppins SemiBold"/>
              <a:cs typeface="Poppins SemiBold"/>
            </a:endParaRPr>
          </a:p>
          <a:p>
            <a:pPr marL="8890" defTabSz="634517">
              <a:lnSpc>
                <a:spcPts val="5454"/>
              </a:lnSpc>
              <a:spcBef>
                <a:spcPts val="75"/>
              </a:spcBef>
              <a:defRPr/>
            </a:pPr>
            <a:r>
              <a:rPr lang="es-ES" sz="2500">
                <a:solidFill>
                  <a:srgbClr val="005F1E"/>
                </a:solidFill>
                <a:latin typeface="Poppins"/>
                <a:cs typeface="Poppins"/>
              </a:rPr>
              <a:t>Junio 2026</a:t>
            </a:r>
            <a:endParaRPr lang="es-PE" sz="2542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45CA6C9-7DB6-FF0F-9F32-DDB5E3ABEE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0" y="1383543"/>
            <a:ext cx="3018965" cy="106704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797D2AF-E86C-E3E7-BB71-4DDA77D52B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0616"/>
          <a:stretch/>
        </p:blipFill>
        <p:spPr>
          <a:xfrm>
            <a:off x="6880986" y="0"/>
            <a:ext cx="4088490" cy="138354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13DDCD4-528F-1E73-CBFF-FCFC42A9BC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0615"/>
          <a:stretch/>
        </p:blipFill>
        <p:spPr>
          <a:xfrm>
            <a:off x="6880986" y="5474457"/>
            <a:ext cx="4088490" cy="138354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7575EA9-B6BE-618F-EFAD-2FB65E63287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7815663" y="5894749"/>
            <a:ext cx="2219136" cy="9632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FE705-3B21-4699-D38D-739EEE2C7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arcador de texto 3">
            <a:extLst>
              <a:ext uri="{FF2B5EF4-FFF2-40B4-BE49-F238E27FC236}">
                <a16:creationId xmlns:a16="http://schemas.microsoft.com/office/drawing/2014/main" id="{54298C01-0F65-58BA-CBB8-3D52B9B29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018" y="1322762"/>
            <a:ext cx="5165767" cy="100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Evolutivo de efectividad histórica</a:t>
            </a:r>
          </a:p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altLang="es-PE" sz="14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altLang="es-PE" sz="1600" b="0" i="0" u="none" strike="noStrike" kern="1200" cap="none" spc="0" normalizeH="0" baseline="0" noProof="0" dirty="0">
              <a:ln>
                <a:noFill/>
              </a:ln>
              <a:solidFill>
                <a:srgbClr val="00BE50"/>
              </a:solidFill>
              <a:effectLst/>
              <a:uLnTx/>
              <a:uFillTx/>
              <a:latin typeface="Poppins SemiBold" pitchFamily="2" charset="77"/>
              <a:ea typeface="Geometria" panose="020B0503020204020204" pitchFamily="34" charset="0"/>
              <a:cs typeface="Poppins SemiBold" pitchFamily="2" charset="77"/>
            </a:endParaRPr>
          </a:p>
        </p:txBody>
      </p:sp>
      <p:sp>
        <p:nvSpPr>
          <p:cNvPr id="35" name="Marcador de texto 3">
            <a:extLst>
              <a:ext uri="{FF2B5EF4-FFF2-40B4-BE49-F238E27FC236}">
                <a16:creationId xmlns:a16="http://schemas.microsoft.com/office/drawing/2014/main" id="{7A9DD077-5A4D-F8CF-5BBF-2786F5553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790" y="1012931"/>
            <a:ext cx="5165767" cy="100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Efectividad por orígenes de alertas </a:t>
            </a:r>
          </a:p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altLang="es-PE" sz="1400" b="0" i="0" u="none" strike="noStrike" kern="1200" cap="none" spc="0" normalizeH="0" baseline="0" noProof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69F61777-DEA0-6086-C219-2A0ACC701BC9}"/>
              </a:ext>
            </a:extLst>
          </p:cNvPr>
          <p:cNvSpPr txBox="1"/>
          <p:nvPr/>
        </p:nvSpPr>
        <p:spPr>
          <a:xfrm>
            <a:off x="5869438" y="1906947"/>
            <a:ext cx="1451520" cy="315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1600" b="0" i="0" u="none" strike="noStrike" kern="1200" cap="none" spc="0" normalizeH="0" baseline="0" noProof="0">
                <a:ln>
                  <a:noFill/>
                </a:ln>
                <a:solidFill>
                  <a:srgbClr val="00BE50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Automático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2C35C88-41D8-33F3-D3EA-3F4C013C4221}"/>
              </a:ext>
            </a:extLst>
          </p:cNvPr>
          <p:cNvSpPr txBox="1"/>
          <p:nvPr/>
        </p:nvSpPr>
        <p:spPr>
          <a:xfrm>
            <a:off x="5827602" y="4087524"/>
            <a:ext cx="2734233" cy="537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defTabSz="1317365">
              <a:lnSpc>
                <a:spcPct val="90000"/>
              </a:lnSpc>
              <a:defRPr/>
            </a:pPr>
            <a:r>
              <a:rPr kumimoji="0" lang="es-PE" altLang="es-PE" sz="1600" b="0" i="0" u="none" strike="noStrike" kern="1200" cap="none" spc="0" normalizeH="0" baseline="0" noProof="0" dirty="0">
                <a:ln>
                  <a:noFill/>
                </a:ln>
                <a:solidFill>
                  <a:srgbClr val="00BE50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Adaptativo y Manual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385D33B-4487-2832-9B45-AB9DAB4B9765}"/>
              </a:ext>
            </a:extLst>
          </p:cNvPr>
          <p:cNvSpPr/>
          <p:nvPr/>
        </p:nvSpPr>
        <p:spPr>
          <a:xfrm>
            <a:off x="5103628" y="2551814"/>
            <a:ext cx="777219" cy="23633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567B264A-7EBC-E616-F61E-9C40259B7BF1}"/>
              </a:ext>
            </a:extLst>
          </p:cNvPr>
          <p:cNvCxnSpPr>
            <a:cxnSpLocks/>
          </p:cNvCxnSpPr>
          <p:nvPr/>
        </p:nvCxnSpPr>
        <p:spPr>
          <a:xfrm>
            <a:off x="5563610" y="1403498"/>
            <a:ext cx="9610" cy="5021565"/>
          </a:xfrm>
          <a:prstGeom prst="line">
            <a:avLst/>
          </a:prstGeom>
          <a:ln w="19050" cap="flat" cmpd="sng" algn="ctr">
            <a:solidFill>
              <a:schemeClr val="bg1">
                <a:lumMod val="9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object 4">
            <a:extLst>
              <a:ext uri="{FF2B5EF4-FFF2-40B4-BE49-F238E27FC236}">
                <a16:creationId xmlns:a16="http://schemas.microsoft.com/office/drawing/2014/main" id="{2DB08107-1207-B5F2-5D36-B5EC44CA0E7D}"/>
              </a:ext>
            </a:extLst>
          </p:cNvPr>
          <p:cNvSpPr/>
          <p:nvPr/>
        </p:nvSpPr>
        <p:spPr>
          <a:xfrm>
            <a:off x="540607" y="2221748"/>
            <a:ext cx="975091" cy="895722"/>
          </a:xfrm>
          <a:custGeom>
            <a:avLst/>
            <a:gdLst/>
            <a:ahLst/>
            <a:cxnLst/>
            <a:rect l="l" t="t" r="r" b="b"/>
            <a:pathLst>
              <a:path w="5086350" h="5843905">
                <a:moveTo>
                  <a:pt x="4611571" y="0"/>
                </a:moveTo>
                <a:lnTo>
                  <a:pt x="4565730" y="1566"/>
                </a:lnTo>
                <a:lnTo>
                  <a:pt x="4519269" y="7615"/>
                </a:lnTo>
                <a:lnTo>
                  <a:pt x="404799" y="743389"/>
                </a:lnTo>
                <a:lnTo>
                  <a:pt x="356625" y="754560"/>
                </a:lnTo>
                <a:lnTo>
                  <a:pt x="310585" y="770305"/>
                </a:lnTo>
                <a:lnTo>
                  <a:pt x="266908" y="790351"/>
                </a:lnTo>
                <a:lnTo>
                  <a:pt x="225821" y="814427"/>
                </a:lnTo>
                <a:lnTo>
                  <a:pt x="187555" y="842260"/>
                </a:lnTo>
                <a:lnTo>
                  <a:pt x="152337" y="873576"/>
                </a:lnTo>
                <a:lnTo>
                  <a:pt x="120396" y="908105"/>
                </a:lnTo>
                <a:lnTo>
                  <a:pt x="91959" y="945574"/>
                </a:lnTo>
                <a:lnTo>
                  <a:pt x="67257" y="985709"/>
                </a:lnTo>
                <a:lnTo>
                  <a:pt x="46516" y="1028239"/>
                </a:lnTo>
                <a:lnTo>
                  <a:pt x="29967" y="1072892"/>
                </a:lnTo>
                <a:lnTo>
                  <a:pt x="17836" y="1119394"/>
                </a:lnTo>
                <a:lnTo>
                  <a:pt x="10353" y="1167473"/>
                </a:lnTo>
                <a:lnTo>
                  <a:pt x="7747" y="1216858"/>
                </a:lnTo>
                <a:lnTo>
                  <a:pt x="0" y="5360982"/>
                </a:lnTo>
                <a:lnTo>
                  <a:pt x="2136" y="5407786"/>
                </a:lnTo>
                <a:lnTo>
                  <a:pt x="8578" y="5453199"/>
                </a:lnTo>
                <a:lnTo>
                  <a:pt x="19107" y="5497039"/>
                </a:lnTo>
                <a:lnTo>
                  <a:pt x="33508" y="5539125"/>
                </a:lnTo>
                <a:lnTo>
                  <a:pt x="51564" y="5579274"/>
                </a:lnTo>
                <a:lnTo>
                  <a:pt x="73058" y="5617306"/>
                </a:lnTo>
                <a:lnTo>
                  <a:pt x="97773" y="5653037"/>
                </a:lnTo>
                <a:lnTo>
                  <a:pt x="125492" y="5686287"/>
                </a:lnTo>
                <a:lnTo>
                  <a:pt x="155998" y="5716874"/>
                </a:lnTo>
                <a:lnTo>
                  <a:pt x="189075" y="5744615"/>
                </a:lnTo>
                <a:lnTo>
                  <a:pt x="224507" y="5769329"/>
                </a:lnTo>
                <a:lnTo>
                  <a:pt x="262075" y="5790834"/>
                </a:lnTo>
                <a:lnTo>
                  <a:pt x="301564" y="5808949"/>
                </a:lnTo>
                <a:lnTo>
                  <a:pt x="342757" y="5823492"/>
                </a:lnTo>
                <a:lnTo>
                  <a:pt x="385436" y="5834280"/>
                </a:lnTo>
                <a:lnTo>
                  <a:pt x="429385" y="5841132"/>
                </a:lnTo>
                <a:lnTo>
                  <a:pt x="474388" y="5843866"/>
                </a:lnTo>
                <a:lnTo>
                  <a:pt x="520227" y="5842301"/>
                </a:lnTo>
                <a:lnTo>
                  <a:pt x="566686" y="5836255"/>
                </a:lnTo>
                <a:lnTo>
                  <a:pt x="4681156" y="5100747"/>
                </a:lnTo>
                <a:lnTo>
                  <a:pt x="4729333" y="5089578"/>
                </a:lnTo>
                <a:lnTo>
                  <a:pt x="4775376" y="5073835"/>
                </a:lnTo>
                <a:lnTo>
                  <a:pt x="4819056" y="5053790"/>
                </a:lnTo>
                <a:lnTo>
                  <a:pt x="4860145" y="5029715"/>
                </a:lnTo>
                <a:lnTo>
                  <a:pt x="4898414" y="5001882"/>
                </a:lnTo>
                <a:lnTo>
                  <a:pt x="4933635" y="4970565"/>
                </a:lnTo>
                <a:lnTo>
                  <a:pt x="4965579" y="4936036"/>
                </a:lnTo>
                <a:lnTo>
                  <a:pt x="4994018" y="4898567"/>
                </a:lnTo>
                <a:lnTo>
                  <a:pt x="5018723" y="4858430"/>
                </a:lnTo>
                <a:lnTo>
                  <a:pt x="5039466" y="4815899"/>
                </a:lnTo>
                <a:lnTo>
                  <a:pt x="5056019" y="4771246"/>
                </a:lnTo>
                <a:lnTo>
                  <a:pt x="5068152" y="4724743"/>
                </a:lnTo>
                <a:lnTo>
                  <a:pt x="5075637" y="4676663"/>
                </a:lnTo>
                <a:lnTo>
                  <a:pt x="5078247" y="4627278"/>
                </a:lnTo>
                <a:lnTo>
                  <a:pt x="5085981" y="482874"/>
                </a:lnTo>
                <a:lnTo>
                  <a:pt x="5083845" y="436071"/>
                </a:lnTo>
                <a:lnTo>
                  <a:pt x="5077403" y="390658"/>
                </a:lnTo>
                <a:lnTo>
                  <a:pt x="5066873" y="346818"/>
                </a:lnTo>
                <a:lnTo>
                  <a:pt x="5052471" y="304732"/>
                </a:lnTo>
                <a:lnTo>
                  <a:pt x="5034414" y="264583"/>
                </a:lnTo>
                <a:lnTo>
                  <a:pt x="5012920" y="226552"/>
                </a:lnTo>
                <a:lnTo>
                  <a:pt x="4988204" y="190820"/>
                </a:lnTo>
                <a:lnTo>
                  <a:pt x="4960483" y="157571"/>
                </a:lnTo>
                <a:lnTo>
                  <a:pt x="4929975" y="126985"/>
                </a:lnTo>
                <a:lnTo>
                  <a:pt x="4896897" y="99244"/>
                </a:lnTo>
                <a:lnTo>
                  <a:pt x="4861464" y="74530"/>
                </a:lnTo>
                <a:lnTo>
                  <a:pt x="4823894" y="53025"/>
                </a:lnTo>
                <a:lnTo>
                  <a:pt x="4784403" y="34912"/>
                </a:lnTo>
                <a:lnTo>
                  <a:pt x="4743209" y="20370"/>
                </a:lnTo>
                <a:lnTo>
                  <a:pt x="4700527" y="9583"/>
                </a:lnTo>
                <a:lnTo>
                  <a:pt x="4656576" y="2732"/>
                </a:lnTo>
                <a:lnTo>
                  <a:pt x="4611571" y="0"/>
                </a:lnTo>
                <a:close/>
              </a:path>
            </a:pathLst>
          </a:custGeom>
          <a:solidFill>
            <a:srgbClr val="00D03C"/>
          </a:solidFill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2000" b="1" kern="0" dirty="0">
                <a:solidFill>
                  <a:srgbClr val="FFFFFF"/>
                </a:solidFill>
                <a:latin typeface="Poppins"/>
                <a:cs typeface="Poppins"/>
              </a:rPr>
              <a:t>18.5</a:t>
            </a:r>
            <a:r>
              <a:rPr kumimoji="0" lang="es-PE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%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393136E-3EE1-0A28-E08F-A69073C473F6}"/>
              </a:ext>
            </a:extLst>
          </p:cNvPr>
          <p:cNvSpPr txBox="1"/>
          <p:nvPr/>
        </p:nvSpPr>
        <p:spPr>
          <a:xfrm>
            <a:off x="220147" y="1766835"/>
            <a:ext cx="1616010" cy="315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BE50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Bca</a:t>
            </a:r>
            <a:r>
              <a:rPr kumimoji="0" lang="es-PE" altLang="es-PE" sz="1600" b="0" i="0" u="none" strike="noStrike" kern="1200" cap="none" spc="0" normalizeH="0" baseline="0" noProof="0" dirty="0">
                <a:ln>
                  <a:noFill/>
                </a:ln>
                <a:solidFill>
                  <a:srgbClr val="00BE50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 Minorista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6F83B82-3C8B-AD4F-6C73-173731BEE6DB}"/>
              </a:ext>
            </a:extLst>
          </p:cNvPr>
          <p:cNvSpPr txBox="1"/>
          <p:nvPr/>
        </p:nvSpPr>
        <p:spPr>
          <a:xfrm>
            <a:off x="385865" y="3362599"/>
            <a:ext cx="1301179" cy="24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altLang="es-PE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Efect.</a:t>
            </a:r>
            <a:endParaRPr kumimoji="0" lang="es-PE" altLang="es-PE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61D804DD-FCEE-4AA4-EED2-B5E1795378D6}"/>
              </a:ext>
            </a:extLst>
          </p:cNvPr>
          <p:cNvSpPr/>
          <p:nvPr/>
        </p:nvSpPr>
        <p:spPr>
          <a:xfrm>
            <a:off x="5976757" y="2302631"/>
            <a:ext cx="975091" cy="895722"/>
          </a:xfrm>
          <a:custGeom>
            <a:avLst/>
            <a:gdLst/>
            <a:ahLst/>
            <a:cxnLst/>
            <a:rect l="l" t="t" r="r" b="b"/>
            <a:pathLst>
              <a:path w="5086350" h="5843905">
                <a:moveTo>
                  <a:pt x="4611571" y="0"/>
                </a:moveTo>
                <a:lnTo>
                  <a:pt x="4565730" y="1566"/>
                </a:lnTo>
                <a:lnTo>
                  <a:pt x="4519269" y="7615"/>
                </a:lnTo>
                <a:lnTo>
                  <a:pt x="404799" y="743389"/>
                </a:lnTo>
                <a:lnTo>
                  <a:pt x="356625" y="754560"/>
                </a:lnTo>
                <a:lnTo>
                  <a:pt x="310585" y="770305"/>
                </a:lnTo>
                <a:lnTo>
                  <a:pt x="266908" y="790351"/>
                </a:lnTo>
                <a:lnTo>
                  <a:pt x="225821" y="814427"/>
                </a:lnTo>
                <a:lnTo>
                  <a:pt x="187555" y="842260"/>
                </a:lnTo>
                <a:lnTo>
                  <a:pt x="152337" y="873576"/>
                </a:lnTo>
                <a:lnTo>
                  <a:pt x="120396" y="908105"/>
                </a:lnTo>
                <a:lnTo>
                  <a:pt x="91959" y="945574"/>
                </a:lnTo>
                <a:lnTo>
                  <a:pt x="67257" y="985709"/>
                </a:lnTo>
                <a:lnTo>
                  <a:pt x="46516" y="1028239"/>
                </a:lnTo>
                <a:lnTo>
                  <a:pt x="29967" y="1072892"/>
                </a:lnTo>
                <a:lnTo>
                  <a:pt x="17836" y="1119394"/>
                </a:lnTo>
                <a:lnTo>
                  <a:pt x="10353" y="1167473"/>
                </a:lnTo>
                <a:lnTo>
                  <a:pt x="7747" y="1216858"/>
                </a:lnTo>
                <a:lnTo>
                  <a:pt x="0" y="5360982"/>
                </a:lnTo>
                <a:lnTo>
                  <a:pt x="2136" y="5407786"/>
                </a:lnTo>
                <a:lnTo>
                  <a:pt x="8578" y="5453199"/>
                </a:lnTo>
                <a:lnTo>
                  <a:pt x="19107" y="5497039"/>
                </a:lnTo>
                <a:lnTo>
                  <a:pt x="33508" y="5539125"/>
                </a:lnTo>
                <a:lnTo>
                  <a:pt x="51564" y="5579274"/>
                </a:lnTo>
                <a:lnTo>
                  <a:pt x="73058" y="5617306"/>
                </a:lnTo>
                <a:lnTo>
                  <a:pt x="97773" y="5653037"/>
                </a:lnTo>
                <a:lnTo>
                  <a:pt x="125492" y="5686287"/>
                </a:lnTo>
                <a:lnTo>
                  <a:pt x="155998" y="5716874"/>
                </a:lnTo>
                <a:lnTo>
                  <a:pt x="189075" y="5744615"/>
                </a:lnTo>
                <a:lnTo>
                  <a:pt x="224507" y="5769329"/>
                </a:lnTo>
                <a:lnTo>
                  <a:pt x="262075" y="5790834"/>
                </a:lnTo>
                <a:lnTo>
                  <a:pt x="301564" y="5808949"/>
                </a:lnTo>
                <a:lnTo>
                  <a:pt x="342757" y="5823492"/>
                </a:lnTo>
                <a:lnTo>
                  <a:pt x="385436" y="5834280"/>
                </a:lnTo>
                <a:lnTo>
                  <a:pt x="429385" y="5841132"/>
                </a:lnTo>
                <a:lnTo>
                  <a:pt x="474388" y="5843866"/>
                </a:lnTo>
                <a:lnTo>
                  <a:pt x="520227" y="5842301"/>
                </a:lnTo>
                <a:lnTo>
                  <a:pt x="566686" y="5836255"/>
                </a:lnTo>
                <a:lnTo>
                  <a:pt x="4681156" y="5100747"/>
                </a:lnTo>
                <a:lnTo>
                  <a:pt x="4729333" y="5089578"/>
                </a:lnTo>
                <a:lnTo>
                  <a:pt x="4775376" y="5073835"/>
                </a:lnTo>
                <a:lnTo>
                  <a:pt x="4819056" y="5053790"/>
                </a:lnTo>
                <a:lnTo>
                  <a:pt x="4860145" y="5029715"/>
                </a:lnTo>
                <a:lnTo>
                  <a:pt x="4898414" y="5001882"/>
                </a:lnTo>
                <a:lnTo>
                  <a:pt x="4933635" y="4970565"/>
                </a:lnTo>
                <a:lnTo>
                  <a:pt x="4965579" y="4936036"/>
                </a:lnTo>
                <a:lnTo>
                  <a:pt x="4994018" y="4898567"/>
                </a:lnTo>
                <a:lnTo>
                  <a:pt x="5018723" y="4858430"/>
                </a:lnTo>
                <a:lnTo>
                  <a:pt x="5039466" y="4815899"/>
                </a:lnTo>
                <a:lnTo>
                  <a:pt x="5056019" y="4771246"/>
                </a:lnTo>
                <a:lnTo>
                  <a:pt x="5068152" y="4724743"/>
                </a:lnTo>
                <a:lnTo>
                  <a:pt x="5075637" y="4676663"/>
                </a:lnTo>
                <a:lnTo>
                  <a:pt x="5078247" y="4627278"/>
                </a:lnTo>
                <a:lnTo>
                  <a:pt x="5085981" y="482874"/>
                </a:lnTo>
                <a:lnTo>
                  <a:pt x="5083845" y="436071"/>
                </a:lnTo>
                <a:lnTo>
                  <a:pt x="5077403" y="390658"/>
                </a:lnTo>
                <a:lnTo>
                  <a:pt x="5066873" y="346818"/>
                </a:lnTo>
                <a:lnTo>
                  <a:pt x="5052471" y="304732"/>
                </a:lnTo>
                <a:lnTo>
                  <a:pt x="5034414" y="264583"/>
                </a:lnTo>
                <a:lnTo>
                  <a:pt x="5012920" y="226552"/>
                </a:lnTo>
                <a:lnTo>
                  <a:pt x="4988204" y="190820"/>
                </a:lnTo>
                <a:lnTo>
                  <a:pt x="4960483" y="157571"/>
                </a:lnTo>
                <a:lnTo>
                  <a:pt x="4929975" y="126985"/>
                </a:lnTo>
                <a:lnTo>
                  <a:pt x="4896897" y="99244"/>
                </a:lnTo>
                <a:lnTo>
                  <a:pt x="4861464" y="74530"/>
                </a:lnTo>
                <a:lnTo>
                  <a:pt x="4823894" y="53025"/>
                </a:lnTo>
                <a:lnTo>
                  <a:pt x="4784403" y="34912"/>
                </a:lnTo>
                <a:lnTo>
                  <a:pt x="4743209" y="20370"/>
                </a:lnTo>
                <a:lnTo>
                  <a:pt x="4700527" y="9583"/>
                </a:lnTo>
                <a:lnTo>
                  <a:pt x="4656576" y="2732"/>
                </a:lnTo>
                <a:lnTo>
                  <a:pt x="4611571" y="0"/>
                </a:lnTo>
                <a:close/>
              </a:path>
            </a:pathLst>
          </a:custGeom>
          <a:solidFill>
            <a:srgbClr val="00D03C"/>
          </a:solidFill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13.3%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CE828A1-2183-8ACC-6DC6-18B956C817EA}"/>
              </a:ext>
            </a:extLst>
          </p:cNvPr>
          <p:cNvSpPr txBox="1"/>
          <p:nvPr/>
        </p:nvSpPr>
        <p:spPr>
          <a:xfrm>
            <a:off x="5784940" y="2821468"/>
            <a:ext cx="1301179" cy="24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altLang="es-PE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Efect.</a:t>
            </a:r>
            <a:endParaRPr kumimoji="0" lang="es-PE" altLang="es-PE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4316644E-DA32-A9A9-5144-150DC2325E5F}"/>
              </a:ext>
            </a:extLst>
          </p:cNvPr>
          <p:cNvSpPr/>
          <p:nvPr/>
        </p:nvSpPr>
        <p:spPr>
          <a:xfrm>
            <a:off x="6061255" y="4554440"/>
            <a:ext cx="975091" cy="895722"/>
          </a:xfrm>
          <a:custGeom>
            <a:avLst/>
            <a:gdLst/>
            <a:ahLst/>
            <a:cxnLst/>
            <a:rect l="l" t="t" r="r" b="b"/>
            <a:pathLst>
              <a:path w="5086350" h="5843905">
                <a:moveTo>
                  <a:pt x="4611571" y="0"/>
                </a:moveTo>
                <a:lnTo>
                  <a:pt x="4565730" y="1566"/>
                </a:lnTo>
                <a:lnTo>
                  <a:pt x="4519269" y="7615"/>
                </a:lnTo>
                <a:lnTo>
                  <a:pt x="404799" y="743389"/>
                </a:lnTo>
                <a:lnTo>
                  <a:pt x="356625" y="754560"/>
                </a:lnTo>
                <a:lnTo>
                  <a:pt x="310585" y="770305"/>
                </a:lnTo>
                <a:lnTo>
                  <a:pt x="266908" y="790351"/>
                </a:lnTo>
                <a:lnTo>
                  <a:pt x="225821" y="814427"/>
                </a:lnTo>
                <a:lnTo>
                  <a:pt x="187555" y="842260"/>
                </a:lnTo>
                <a:lnTo>
                  <a:pt x="152337" y="873576"/>
                </a:lnTo>
                <a:lnTo>
                  <a:pt x="120396" y="908105"/>
                </a:lnTo>
                <a:lnTo>
                  <a:pt x="91959" y="945574"/>
                </a:lnTo>
                <a:lnTo>
                  <a:pt x="67257" y="985709"/>
                </a:lnTo>
                <a:lnTo>
                  <a:pt x="46516" y="1028239"/>
                </a:lnTo>
                <a:lnTo>
                  <a:pt x="29967" y="1072892"/>
                </a:lnTo>
                <a:lnTo>
                  <a:pt x="17836" y="1119394"/>
                </a:lnTo>
                <a:lnTo>
                  <a:pt x="10353" y="1167473"/>
                </a:lnTo>
                <a:lnTo>
                  <a:pt x="7747" y="1216858"/>
                </a:lnTo>
                <a:lnTo>
                  <a:pt x="0" y="5360982"/>
                </a:lnTo>
                <a:lnTo>
                  <a:pt x="2136" y="5407786"/>
                </a:lnTo>
                <a:lnTo>
                  <a:pt x="8578" y="5453199"/>
                </a:lnTo>
                <a:lnTo>
                  <a:pt x="19107" y="5497039"/>
                </a:lnTo>
                <a:lnTo>
                  <a:pt x="33508" y="5539125"/>
                </a:lnTo>
                <a:lnTo>
                  <a:pt x="51564" y="5579274"/>
                </a:lnTo>
                <a:lnTo>
                  <a:pt x="73058" y="5617306"/>
                </a:lnTo>
                <a:lnTo>
                  <a:pt x="97773" y="5653037"/>
                </a:lnTo>
                <a:lnTo>
                  <a:pt x="125492" y="5686287"/>
                </a:lnTo>
                <a:lnTo>
                  <a:pt x="155998" y="5716874"/>
                </a:lnTo>
                <a:lnTo>
                  <a:pt x="189075" y="5744615"/>
                </a:lnTo>
                <a:lnTo>
                  <a:pt x="224507" y="5769329"/>
                </a:lnTo>
                <a:lnTo>
                  <a:pt x="262075" y="5790834"/>
                </a:lnTo>
                <a:lnTo>
                  <a:pt x="301564" y="5808949"/>
                </a:lnTo>
                <a:lnTo>
                  <a:pt x="342757" y="5823492"/>
                </a:lnTo>
                <a:lnTo>
                  <a:pt x="385436" y="5834280"/>
                </a:lnTo>
                <a:lnTo>
                  <a:pt x="429385" y="5841132"/>
                </a:lnTo>
                <a:lnTo>
                  <a:pt x="474388" y="5843866"/>
                </a:lnTo>
                <a:lnTo>
                  <a:pt x="520227" y="5842301"/>
                </a:lnTo>
                <a:lnTo>
                  <a:pt x="566686" y="5836255"/>
                </a:lnTo>
                <a:lnTo>
                  <a:pt x="4681156" y="5100747"/>
                </a:lnTo>
                <a:lnTo>
                  <a:pt x="4729333" y="5089578"/>
                </a:lnTo>
                <a:lnTo>
                  <a:pt x="4775376" y="5073835"/>
                </a:lnTo>
                <a:lnTo>
                  <a:pt x="4819056" y="5053790"/>
                </a:lnTo>
                <a:lnTo>
                  <a:pt x="4860145" y="5029715"/>
                </a:lnTo>
                <a:lnTo>
                  <a:pt x="4898414" y="5001882"/>
                </a:lnTo>
                <a:lnTo>
                  <a:pt x="4933635" y="4970565"/>
                </a:lnTo>
                <a:lnTo>
                  <a:pt x="4965579" y="4936036"/>
                </a:lnTo>
                <a:lnTo>
                  <a:pt x="4994018" y="4898567"/>
                </a:lnTo>
                <a:lnTo>
                  <a:pt x="5018723" y="4858430"/>
                </a:lnTo>
                <a:lnTo>
                  <a:pt x="5039466" y="4815899"/>
                </a:lnTo>
                <a:lnTo>
                  <a:pt x="5056019" y="4771246"/>
                </a:lnTo>
                <a:lnTo>
                  <a:pt x="5068152" y="4724743"/>
                </a:lnTo>
                <a:lnTo>
                  <a:pt x="5075637" y="4676663"/>
                </a:lnTo>
                <a:lnTo>
                  <a:pt x="5078247" y="4627278"/>
                </a:lnTo>
                <a:lnTo>
                  <a:pt x="5085981" y="482874"/>
                </a:lnTo>
                <a:lnTo>
                  <a:pt x="5083845" y="436071"/>
                </a:lnTo>
                <a:lnTo>
                  <a:pt x="5077403" y="390658"/>
                </a:lnTo>
                <a:lnTo>
                  <a:pt x="5066873" y="346818"/>
                </a:lnTo>
                <a:lnTo>
                  <a:pt x="5052471" y="304732"/>
                </a:lnTo>
                <a:lnTo>
                  <a:pt x="5034414" y="264583"/>
                </a:lnTo>
                <a:lnTo>
                  <a:pt x="5012920" y="226552"/>
                </a:lnTo>
                <a:lnTo>
                  <a:pt x="4988204" y="190820"/>
                </a:lnTo>
                <a:lnTo>
                  <a:pt x="4960483" y="157571"/>
                </a:lnTo>
                <a:lnTo>
                  <a:pt x="4929975" y="126985"/>
                </a:lnTo>
                <a:lnTo>
                  <a:pt x="4896897" y="99244"/>
                </a:lnTo>
                <a:lnTo>
                  <a:pt x="4861464" y="74530"/>
                </a:lnTo>
                <a:lnTo>
                  <a:pt x="4823894" y="53025"/>
                </a:lnTo>
                <a:lnTo>
                  <a:pt x="4784403" y="34912"/>
                </a:lnTo>
                <a:lnTo>
                  <a:pt x="4743209" y="20370"/>
                </a:lnTo>
                <a:lnTo>
                  <a:pt x="4700527" y="9583"/>
                </a:lnTo>
                <a:lnTo>
                  <a:pt x="4656576" y="2732"/>
                </a:lnTo>
                <a:lnTo>
                  <a:pt x="4611571" y="0"/>
                </a:lnTo>
                <a:close/>
              </a:path>
            </a:pathLst>
          </a:custGeom>
          <a:solidFill>
            <a:srgbClr val="00D03C"/>
          </a:solidFill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35.2%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EC0B076-50A5-5178-590E-507664580976}"/>
              </a:ext>
            </a:extLst>
          </p:cNvPr>
          <p:cNvSpPr txBox="1"/>
          <p:nvPr/>
        </p:nvSpPr>
        <p:spPr>
          <a:xfrm>
            <a:off x="5869438" y="5073277"/>
            <a:ext cx="1301179" cy="24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altLang="es-PE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Efect.</a:t>
            </a:r>
            <a:endParaRPr kumimoji="0" lang="es-PE" altLang="es-PE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29" name="Marcador de texto 3">
            <a:extLst>
              <a:ext uri="{FF2B5EF4-FFF2-40B4-BE49-F238E27FC236}">
                <a16:creationId xmlns:a16="http://schemas.microsoft.com/office/drawing/2014/main" id="{FE27511A-AE94-5502-409E-E4249B27B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11" y="116738"/>
            <a:ext cx="11840889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BE50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Las alertas de origen automático representan ~85% del total y registran una efectividad menor al promedio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CBC6233-F8C4-6D7A-0771-92F56B428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956" y="2082819"/>
            <a:ext cx="3441847" cy="207034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47F947E-6F81-0662-60AB-740B03B5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090" y="1427907"/>
            <a:ext cx="4530763" cy="265961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5B6C26F-621C-03A6-DB9A-43C321AD0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381" y="4444487"/>
            <a:ext cx="3794699" cy="2285964"/>
          </a:xfrm>
          <a:prstGeom prst="rect">
            <a:avLst/>
          </a:prstGeom>
        </p:spPr>
      </p:pic>
      <p:graphicFrame>
        <p:nvGraphicFramePr>
          <p:cNvPr id="30" name="Tabla 29">
            <a:extLst>
              <a:ext uri="{FF2B5EF4-FFF2-40B4-BE49-F238E27FC236}">
                <a16:creationId xmlns:a16="http://schemas.microsoft.com/office/drawing/2014/main" id="{66A86FA2-3922-CDED-E697-DC65322D0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737665"/>
              </p:ext>
            </p:extLst>
          </p:nvPr>
        </p:nvGraphicFramePr>
        <p:xfrm>
          <a:off x="448560" y="4691234"/>
          <a:ext cx="4868123" cy="1203105"/>
        </p:xfrm>
        <a:graphic>
          <a:graphicData uri="http://schemas.openxmlformats.org/drawingml/2006/table">
            <a:tbl>
              <a:tblPr/>
              <a:tblGrid>
                <a:gridCol w="1382593">
                  <a:extLst>
                    <a:ext uri="{9D8B030D-6E8A-4147-A177-3AD203B41FA5}">
                      <a16:colId xmlns:a16="http://schemas.microsoft.com/office/drawing/2014/main" val="1040942977"/>
                    </a:ext>
                  </a:extLst>
                </a:gridCol>
                <a:gridCol w="471435">
                  <a:extLst>
                    <a:ext uri="{9D8B030D-6E8A-4147-A177-3AD203B41FA5}">
                      <a16:colId xmlns:a16="http://schemas.microsoft.com/office/drawing/2014/main" val="3603087803"/>
                    </a:ext>
                  </a:extLst>
                </a:gridCol>
                <a:gridCol w="685952">
                  <a:extLst>
                    <a:ext uri="{9D8B030D-6E8A-4147-A177-3AD203B41FA5}">
                      <a16:colId xmlns:a16="http://schemas.microsoft.com/office/drawing/2014/main" val="296813562"/>
                    </a:ext>
                  </a:extLst>
                </a:gridCol>
                <a:gridCol w="933931">
                  <a:extLst>
                    <a:ext uri="{9D8B030D-6E8A-4147-A177-3AD203B41FA5}">
                      <a16:colId xmlns:a16="http://schemas.microsoft.com/office/drawing/2014/main" val="3662864800"/>
                    </a:ext>
                  </a:extLst>
                </a:gridCol>
                <a:gridCol w="697106">
                  <a:extLst>
                    <a:ext uri="{9D8B030D-6E8A-4147-A177-3AD203B41FA5}">
                      <a16:colId xmlns:a16="http://schemas.microsoft.com/office/drawing/2014/main" val="2126493512"/>
                    </a:ext>
                  </a:extLst>
                </a:gridCol>
                <a:gridCol w="697106">
                  <a:extLst>
                    <a:ext uri="{9D8B030D-6E8A-4147-A177-3AD203B41FA5}">
                      <a16:colId xmlns:a16="http://schemas.microsoft.com/office/drawing/2014/main" val="3012008407"/>
                    </a:ext>
                  </a:extLst>
                </a:gridCol>
              </a:tblGrid>
              <a:tr h="4010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PE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PE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202601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PE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202602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PE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202603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PE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202604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PE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202605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400237"/>
                  </a:ext>
                </a:extLst>
              </a:tr>
              <a:tr h="4010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PE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N°</a:t>
                      </a: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Alertas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P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871379"/>
                  </a:ext>
                </a:extLst>
              </a:tr>
              <a:tr h="4010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P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Calificadas con Riesgo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P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P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P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242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395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arcador de texto 3">
            <a:extLst>
              <a:ext uri="{FF2B5EF4-FFF2-40B4-BE49-F238E27FC236}">
                <a16:creationId xmlns:a16="http://schemas.microsoft.com/office/drawing/2014/main" id="{3B3542D3-221B-2FD7-806B-DBE002344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11" y="116738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2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Diseño de Piloto Feb 26</a:t>
            </a:r>
          </a:p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2000" b="0" i="0" u="none" strike="noStrike" kern="1200" cap="none" spc="0" normalizeH="0" baseline="0" noProof="0" dirty="0">
                <a:ln>
                  <a:noFill/>
                </a:ln>
                <a:solidFill>
                  <a:srgbClr val="00BE50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Las nuevas alertas identificadas por el modelo registraron x 7 veces mayor efectividad comparado con las </a:t>
            </a:r>
            <a:r>
              <a:rPr kumimoji="0" lang="es-PE" altLang="es-PE" sz="2000" b="0" i="0" u="sng" strike="noStrike" kern="1200" cap="none" spc="0" normalizeH="0" baseline="0" noProof="0" dirty="0">
                <a:ln>
                  <a:noFill/>
                </a:ln>
                <a:solidFill>
                  <a:srgbClr val="00BE50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alertas automáticas actuales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476E036-6D21-DFB1-96AE-9935ECC8CF77}"/>
              </a:ext>
            </a:extLst>
          </p:cNvPr>
          <p:cNvSpPr txBox="1"/>
          <p:nvPr/>
        </p:nvSpPr>
        <p:spPr>
          <a:xfrm>
            <a:off x="9753702" y="30164"/>
            <a:ext cx="2328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Banca Minorista 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AA4F6C7-95FE-44CA-614A-391DF70DD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54" y="2455936"/>
            <a:ext cx="3548495" cy="300988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97D5D3A-3756-D47D-7957-F6436BB7BA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542" t="6377" r="9451" b="83710"/>
          <a:stretch>
            <a:fillRect/>
          </a:stretch>
        </p:blipFill>
        <p:spPr>
          <a:xfrm>
            <a:off x="684755" y="2561236"/>
            <a:ext cx="1540006" cy="40457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D66D347-C76E-EE43-A395-8E2C3D61D5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79" t="6057" r="60936" b="83070"/>
          <a:stretch>
            <a:fillRect/>
          </a:stretch>
        </p:blipFill>
        <p:spPr>
          <a:xfrm>
            <a:off x="2519015" y="2561236"/>
            <a:ext cx="1438045" cy="465587"/>
          </a:xfrm>
          <a:prstGeom prst="rect">
            <a:avLst/>
          </a:prstGeom>
        </p:spPr>
      </p:pic>
      <p:sp>
        <p:nvSpPr>
          <p:cNvPr id="19" name="Text 9">
            <a:extLst>
              <a:ext uri="{FF2B5EF4-FFF2-40B4-BE49-F238E27FC236}">
                <a16:creationId xmlns:a16="http://schemas.microsoft.com/office/drawing/2014/main" id="{7F726916-AD80-FBFE-98AE-FB256201EDCA}"/>
              </a:ext>
            </a:extLst>
          </p:cNvPr>
          <p:cNvSpPr txBox="1"/>
          <p:nvPr/>
        </p:nvSpPr>
        <p:spPr>
          <a:xfrm>
            <a:off x="1106351" y="1576466"/>
            <a:ext cx="2512314" cy="284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Tamaño de muestra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726AE9B3-1860-3CEC-D903-A3B9106E03E2}"/>
              </a:ext>
            </a:extLst>
          </p:cNvPr>
          <p:cNvSpPr/>
          <p:nvPr/>
        </p:nvSpPr>
        <p:spPr>
          <a:xfrm>
            <a:off x="562508" y="1915482"/>
            <a:ext cx="3600000" cy="18000"/>
          </a:xfrm>
          <a:prstGeom prst="rect">
            <a:avLst/>
          </a:prstGeom>
          <a:solidFill>
            <a:srgbClr val="00BE50">
              <a:alpha val="5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72AF12DD-EC75-B1D6-1220-38CF74528A84}"/>
              </a:ext>
            </a:extLst>
          </p:cNvPr>
          <p:cNvSpPr txBox="1"/>
          <p:nvPr/>
        </p:nvSpPr>
        <p:spPr>
          <a:xfrm>
            <a:off x="718468" y="2003012"/>
            <a:ext cx="1441053" cy="40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Asignación Regular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 33">
            <a:extLst>
              <a:ext uri="{FF2B5EF4-FFF2-40B4-BE49-F238E27FC236}">
                <a16:creationId xmlns:a16="http://schemas.microsoft.com/office/drawing/2014/main" id="{EFFADB59-6AFC-52F0-3131-5856282330A1}"/>
              </a:ext>
            </a:extLst>
          </p:cNvPr>
          <p:cNvSpPr txBox="1"/>
          <p:nvPr/>
        </p:nvSpPr>
        <p:spPr>
          <a:xfrm>
            <a:off x="2707164" y="2038782"/>
            <a:ext cx="962863" cy="35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F4592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Nuevas alertas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083BA960-9D6D-9C34-D87F-8F941D4EEDCE}"/>
              </a:ext>
            </a:extLst>
          </p:cNvPr>
          <p:cNvSpPr/>
          <p:nvPr/>
        </p:nvSpPr>
        <p:spPr>
          <a:xfrm>
            <a:off x="4503683" y="4220597"/>
            <a:ext cx="1592317" cy="113760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object 4">
            <a:extLst>
              <a:ext uri="{FF2B5EF4-FFF2-40B4-BE49-F238E27FC236}">
                <a16:creationId xmlns:a16="http://schemas.microsoft.com/office/drawing/2014/main" id="{B4FE5F1B-254C-726F-D840-9E690EA1A92F}"/>
              </a:ext>
            </a:extLst>
          </p:cNvPr>
          <p:cNvSpPr txBox="1"/>
          <p:nvPr/>
        </p:nvSpPr>
        <p:spPr>
          <a:xfrm>
            <a:off x="4606790" y="4459661"/>
            <a:ext cx="1386104" cy="740225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x</a:t>
            </a:r>
            <a:r>
              <a:rPr kumimoji="0" lang="es-ES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7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veces mas efectivo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628A80BB-D71A-4D3D-7EB3-D731BD74A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934" y="2455936"/>
            <a:ext cx="3548495" cy="3009884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D7DD8F2E-ECB4-7387-6641-E66ABF5D3C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542" t="6377" r="9451" b="83710"/>
          <a:stretch>
            <a:fillRect/>
          </a:stretch>
        </p:blipFill>
        <p:spPr>
          <a:xfrm>
            <a:off x="6621435" y="2561236"/>
            <a:ext cx="1540006" cy="404578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8FBE7120-84B5-21EE-AD5F-44C7EC248E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79" t="6057" r="60936" b="83070"/>
          <a:stretch>
            <a:fillRect/>
          </a:stretch>
        </p:blipFill>
        <p:spPr>
          <a:xfrm>
            <a:off x="8455695" y="2561236"/>
            <a:ext cx="1438045" cy="465587"/>
          </a:xfrm>
          <a:prstGeom prst="rect">
            <a:avLst/>
          </a:prstGeom>
        </p:spPr>
      </p:pic>
      <p:sp>
        <p:nvSpPr>
          <p:cNvPr id="42" name="Text 9">
            <a:extLst>
              <a:ext uri="{FF2B5EF4-FFF2-40B4-BE49-F238E27FC236}">
                <a16:creationId xmlns:a16="http://schemas.microsoft.com/office/drawing/2014/main" id="{6398BE72-9E52-DD59-FDB6-34B600A44638}"/>
              </a:ext>
            </a:extLst>
          </p:cNvPr>
          <p:cNvSpPr txBox="1"/>
          <p:nvPr/>
        </p:nvSpPr>
        <p:spPr>
          <a:xfrm>
            <a:off x="7043031" y="1576466"/>
            <a:ext cx="2512314" cy="284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Tamaño de muestra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95B4C9E7-7659-1FC3-CE6E-A37D585A2EAF}"/>
              </a:ext>
            </a:extLst>
          </p:cNvPr>
          <p:cNvSpPr/>
          <p:nvPr/>
        </p:nvSpPr>
        <p:spPr>
          <a:xfrm>
            <a:off x="6499188" y="1915482"/>
            <a:ext cx="3600000" cy="18000"/>
          </a:xfrm>
          <a:prstGeom prst="rect">
            <a:avLst/>
          </a:prstGeom>
          <a:solidFill>
            <a:srgbClr val="00BE50">
              <a:alpha val="5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7B226910-BDBD-7F76-0843-0D092E2F12E2}"/>
              </a:ext>
            </a:extLst>
          </p:cNvPr>
          <p:cNvSpPr txBox="1"/>
          <p:nvPr/>
        </p:nvSpPr>
        <p:spPr>
          <a:xfrm>
            <a:off x="6655148" y="2003012"/>
            <a:ext cx="1441053" cy="40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Asignación Regular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Text 33">
            <a:extLst>
              <a:ext uri="{FF2B5EF4-FFF2-40B4-BE49-F238E27FC236}">
                <a16:creationId xmlns:a16="http://schemas.microsoft.com/office/drawing/2014/main" id="{B1D4FD91-C3B9-7A7C-C60A-125018D60EC3}"/>
              </a:ext>
            </a:extLst>
          </p:cNvPr>
          <p:cNvSpPr txBox="1"/>
          <p:nvPr/>
        </p:nvSpPr>
        <p:spPr>
          <a:xfrm>
            <a:off x="8643844" y="2038782"/>
            <a:ext cx="962863" cy="35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F4592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Nuevas alertas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2F8C26A8-B007-E50E-AE0F-BC609BDB9500}"/>
              </a:ext>
            </a:extLst>
          </p:cNvPr>
          <p:cNvSpPr/>
          <p:nvPr/>
        </p:nvSpPr>
        <p:spPr>
          <a:xfrm>
            <a:off x="10440363" y="4220597"/>
            <a:ext cx="1592317" cy="113760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7" name="object 4">
            <a:extLst>
              <a:ext uri="{FF2B5EF4-FFF2-40B4-BE49-F238E27FC236}">
                <a16:creationId xmlns:a16="http://schemas.microsoft.com/office/drawing/2014/main" id="{20F34475-AA07-9EAA-03EE-0369F702F6F2}"/>
              </a:ext>
            </a:extLst>
          </p:cNvPr>
          <p:cNvSpPr txBox="1"/>
          <p:nvPr/>
        </p:nvSpPr>
        <p:spPr>
          <a:xfrm>
            <a:off x="10543470" y="4459661"/>
            <a:ext cx="1386104" cy="740225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x</a:t>
            </a:r>
            <a:r>
              <a:rPr kumimoji="0" lang="es-ES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7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veces mas efectivo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90839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B5F6C-D8A2-8A34-7A2D-D05F520B0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arcador de texto 3">
            <a:extLst>
              <a:ext uri="{FF2B5EF4-FFF2-40B4-BE49-F238E27FC236}">
                <a16:creationId xmlns:a16="http://schemas.microsoft.com/office/drawing/2014/main" id="{CCC9F501-1CB3-9A6B-64AB-27225C59A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11" y="116738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  <a:defRPr/>
            </a:pPr>
            <a:r>
              <a:rPr kumimoji="0" lang="es-PE" altLang="es-PE" sz="2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Diseño de Piloto Feb 26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s-PE" altLang="es-PE" sz="1600" dirty="0">
                <a:solidFill>
                  <a:srgbClr val="00BE50"/>
                </a:solidFill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Las alertas de origen automático representan ~85% del total y registran una efectividad menor al promedio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s-PE" altLang="es-PE" sz="1600" dirty="0">
              <a:solidFill>
                <a:srgbClr val="00BE50"/>
              </a:solidFill>
              <a:latin typeface="Poppins SemiBold" pitchFamily="2" charset="77"/>
              <a:ea typeface="Geometria" panose="020B0503020204020204" pitchFamily="34" charset="0"/>
              <a:cs typeface="Poppins SemiBold" pitchFamily="2" charset="77"/>
            </a:endParaRPr>
          </a:p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altLang="es-PE" sz="28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29AD2D0-F84E-AE34-1650-86C2DCE71DF8}"/>
              </a:ext>
            </a:extLst>
          </p:cNvPr>
          <p:cNvSpPr txBox="1"/>
          <p:nvPr/>
        </p:nvSpPr>
        <p:spPr>
          <a:xfrm>
            <a:off x="9753702" y="30164"/>
            <a:ext cx="2328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Banca Minorista 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A929DB0-1F21-35D4-0C32-909C3BABE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38" y="766184"/>
            <a:ext cx="11071724" cy="5975078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E7AB9FEC-60BF-382A-052A-E3A6AEC0EA84}"/>
              </a:ext>
            </a:extLst>
          </p:cNvPr>
          <p:cNvSpPr/>
          <p:nvPr/>
        </p:nvSpPr>
        <p:spPr>
          <a:xfrm>
            <a:off x="2697480" y="3593592"/>
            <a:ext cx="1261872" cy="548640"/>
          </a:xfrm>
          <a:prstGeom prst="ellips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rgbClr val="005F1E"/>
                </a:solidFill>
                <a:latin typeface="Poppins SemiBold"/>
                <a:cs typeface="Poppins SemiBold"/>
              </a:rPr>
              <a:t>Alerta piloto:</a:t>
            </a:r>
          </a:p>
          <a:p>
            <a:pPr algn="ctr"/>
            <a:r>
              <a:rPr lang="es-ES" sz="800" dirty="0">
                <a:solidFill>
                  <a:srgbClr val="005F1E"/>
                </a:solidFill>
                <a:latin typeface="Poppins SemiBold"/>
                <a:cs typeface="Poppins SemiBold"/>
              </a:rPr>
              <a:t>180 04/2026</a:t>
            </a:r>
          </a:p>
          <a:p>
            <a:pPr algn="ctr"/>
            <a:r>
              <a:rPr lang="es-ES" sz="800" dirty="0">
                <a:solidFill>
                  <a:srgbClr val="005F1E"/>
                </a:solidFill>
                <a:latin typeface="Poppins SemiBold"/>
                <a:cs typeface="Poppins SemiBold"/>
              </a:rPr>
              <a:t>80 05/2026</a:t>
            </a:r>
            <a:endParaRPr lang="es-PE" sz="800" dirty="0">
              <a:solidFill>
                <a:srgbClr val="005F1E"/>
              </a:solidFill>
              <a:latin typeface="Poppins SemiBold"/>
              <a:cs typeface="Poppins SemiBold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799BBEAE-E118-B702-306F-2BD68F4D559D}"/>
              </a:ext>
            </a:extLst>
          </p:cNvPr>
          <p:cNvSpPr/>
          <p:nvPr/>
        </p:nvSpPr>
        <p:spPr>
          <a:xfrm>
            <a:off x="6361176" y="3593592"/>
            <a:ext cx="1261872" cy="484632"/>
          </a:xfrm>
          <a:prstGeom prst="ellips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rgbClr val="005F1E"/>
                </a:solidFill>
                <a:latin typeface="Poppins SemiBold"/>
                <a:cs typeface="Poppins SemiBold"/>
              </a:rPr>
              <a:t>Se mantienen casos P4+P5</a:t>
            </a:r>
          </a:p>
        </p:txBody>
      </p:sp>
    </p:spTree>
    <p:extLst>
      <p:ext uri="{BB962C8B-B14F-4D97-AF65-F5344CB8AC3E}">
        <p14:creationId xmlns:p14="http://schemas.microsoft.com/office/powerpoint/2010/main" val="2887843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372EC-8AA9-3A7B-F39C-B02722358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arcador de texto 3">
            <a:extLst>
              <a:ext uri="{FF2B5EF4-FFF2-40B4-BE49-F238E27FC236}">
                <a16:creationId xmlns:a16="http://schemas.microsoft.com/office/drawing/2014/main" id="{DB998170-15C5-CBAB-B07A-0508C142D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11" y="116738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  <a:defRPr/>
            </a:pPr>
            <a:r>
              <a:rPr kumimoji="0" lang="es-PE" altLang="es-PE" sz="2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Diseño de Piloto Feb 26</a:t>
            </a: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es-PE" altLang="es-PE" sz="1600" dirty="0">
                <a:solidFill>
                  <a:srgbClr val="00BE50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Las nuevas alertas identificadas por el modelo registraron x 6 veces mayor efectividad comparado con las </a:t>
            </a:r>
            <a:r>
              <a:rPr lang="es-PE" altLang="es-PE" sz="1600" u="sng" dirty="0">
                <a:solidFill>
                  <a:srgbClr val="00BE50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alertas automáticas actuales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s-PE" altLang="es-PE" sz="1600" dirty="0">
              <a:solidFill>
                <a:srgbClr val="00BE50"/>
              </a:solidFill>
              <a:latin typeface="Poppins SemiBold" pitchFamily="2" charset="77"/>
              <a:ea typeface="Geometria" panose="020B0503020204020204" pitchFamily="34" charset="0"/>
              <a:cs typeface="Poppins SemiBold" pitchFamily="2" charset="77"/>
            </a:endParaRPr>
          </a:p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altLang="es-PE" sz="28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660388C-F2E9-BDF3-17D2-FB72EFFD7AEA}"/>
              </a:ext>
            </a:extLst>
          </p:cNvPr>
          <p:cNvSpPr txBox="1"/>
          <p:nvPr/>
        </p:nvSpPr>
        <p:spPr>
          <a:xfrm>
            <a:off x="9753702" y="30164"/>
            <a:ext cx="2328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Banca Minorista 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BD1FBDC-DBD8-0FE7-B837-68FF3AEFF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99" y="766184"/>
            <a:ext cx="10511398" cy="597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545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76B02-648B-7AC4-E135-4FE6535A7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arcador de texto 3">
            <a:extLst>
              <a:ext uri="{FF2B5EF4-FFF2-40B4-BE49-F238E27FC236}">
                <a16:creationId xmlns:a16="http://schemas.microsoft.com/office/drawing/2014/main" id="{75CB7F52-CB02-5B54-8AB1-2F024F2C9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11" y="116738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  <a:defRPr/>
            </a:pPr>
            <a:r>
              <a:rPr kumimoji="0" lang="es-PE" altLang="es-PE" sz="2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Diseño de Piloto Feb 26</a:t>
            </a: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es-PE" altLang="es-PE" sz="1600" dirty="0">
                <a:solidFill>
                  <a:srgbClr val="00BE50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Las nuevas alertas identificadas por el modelo registraron x 4.4 veces mayor efectividad comparado con las </a:t>
            </a:r>
            <a:r>
              <a:rPr lang="es-PE" altLang="es-PE" sz="1600" u="sng" dirty="0">
                <a:solidFill>
                  <a:srgbClr val="00BE50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alertas automáticas actuales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s-PE" altLang="es-PE" sz="1600" dirty="0">
              <a:solidFill>
                <a:srgbClr val="00BE50"/>
              </a:solidFill>
              <a:latin typeface="Poppins SemiBold" pitchFamily="2" charset="77"/>
              <a:ea typeface="Geometria" panose="020B0503020204020204" pitchFamily="34" charset="0"/>
              <a:cs typeface="Poppins SemiBold" pitchFamily="2" charset="77"/>
            </a:endParaRPr>
          </a:p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altLang="es-PE" sz="28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14B7506-7366-F0B7-D5A9-063E1136F84D}"/>
              </a:ext>
            </a:extLst>
          </p:cNvPr>
          <p:cNvSpPr txBox="1"/>
          <p:nvPr/>
        </p:nvSpPr>
        <p:spPr>
          <a:xfrm>
            <a:off x="9753702" y="30164"/>
            <a:ext cx="2328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Banca Minorista 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673FA3-495F-3FA9-D4A2-D172C959C3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6" t="33137" b="31303"/>
          <a:stretch>
            <a:fillRect/>
          </a:stretch>
        </p:blipFill>
        <p:spPr>
          <a:xfrm>
            <a:off x="886968" y="1266960"/>
            <a:ext cx="10104380" cy="202082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2A6601A-6C5D-B360-9469-45F8AD344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182" y="3429000"/>
            <a:ext cx="10214166" cy="331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76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6166A-9928-8652-5189-B4267CEAB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arcador de texto 3">
            <a:extLst>
              <a:ext uri="{FF2B5EF4-FFF2-40B4-BE49-F238E27FC236}">
                <a16:creationId xmlns:a16="http://schemas.microsoft.com/office/drawing/2014/main" id="{17D2E97A-4223-6FBF-169B-47C6AFCF3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11" y="116738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  <a:defRPr/>
            </a:pPr>
            <a:r>
              <a:rPr kumimoji="0" lang="es-PE" altLang="es-PE" sz="2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Diseño de Piloto Feb 26</a:t>
            </a: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es-PE" altLang="es-PE" sz="1600" dirty="0">
                <a:solidFill>
                  <a:srgbClr val="00BE50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Las nuevas alertas identificadas por el modelo registraron x 4.4 veces mayor efectividad comparado con las </a:t>
            </a:r>
            <a:r>
              <a:rPr lang="es-PE" altLang="es-PE" sz="1600" u="sng" dirty="0">
                <a:solidFill>
                  <a:srgbClr val="00BE50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alertas automáticas actuales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s-PE" altLang="es-PE" sz="1600" dirty="0">
              <a:solidFill>
                <a:srgbClr val="00BE50"/>
              </a:solidFill>
              <a:latin typeface="Poppins SemiBold" pitchFamily="2" charset="77"/>
              <a:ea typeface="Geometria" panose="020B0503020204020204" pitchFamily="34" charset="0"/>
              <a:cs typeface="Poppins SemiBold" pitchFamily="2" charset="77"/>
            </a:endParaRPr>
          </a:p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altLang="es-PE" sz="28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DC20825B-EA31-44B4-A5C6-938B5FD0F28E}"/>
              </a:ext>
            </a:extLst>
          </p:cNvPr>
          <p:cNvSpPr txBox="1"/>
          <p:nvPr/>
        </p:nvSpPr>
        <p:spPr>
          <a:xfrm>
            <a:off x="9753702" y="30164"/>
            <a:ext cx="2328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Banca Minorista 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4605050-03A8-C351-E65D-318C3A92B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44" y="2065564"/>
            <a:ext cx="11424321" cy="448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602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248</Words>
  <Application>Microsoft Office PowerPoint</Application>
  <PresentationFormat>Panorámica</PresentationFormat>
  <Paragraphs>61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Aptos Narrow</vt:lpstr>
      <vt:lpstr>Arial</vt:lpstr>
      <vt:lpstr>Poppins</vt:lpstr>
      <vt:lpstr>Poppins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Reyes Obispo, Angel De Jesus Francisco</dc:creator>
  <cp:lastModifiedBy>Hernandez, Santiago Andres</cp:lastModifiedBy>
  <cp:revision>4</cp:revision>
  <dcterms:created xsi:type="dcterms:W3CDTF">2026-06-04T16:00:13Z</dcterms:created>
  <dcterms:modified xsi:type="dcterms:W3CDTF">2026-06-08T19:29:35Z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MSIP_Label_a700de85-0e06-400f-8fdd-8b7ef4ecce44_SiteId">
    <vt:lpwstr>360bc517-7aac-4c17-9907-4c5f13a12289</vt:lpwstr>
  </op:property>
  <op:property fmtid="{D5CDD505-2E9C-101B-9397-08002B2CF9AE}" pid="3" name="Sensitivity">
    <vt:lpwstr>Uso Interno</vt:lpwstr>
  </op:property>
  <op:property fmtid="{D5CDD505-2E9C-101B-9397-08002B2CF9AE}" pid="4" name="MSIP_Label_a700de85-0e06-400f-8fdd-8b7ef4ecce44_ActionId">
    <vt:lpwstr>1fa4d298-a012-4256-9279-9bbff5fa2243</vt:lpwstr>
  </op:property>
  <op:property fmtid="{D5CDD505-2E9C-101B-9397-08002B2CF9AE}" pid="5" name="MSIP_Label_a700de85-0e06-400f-8fdd-8b7ef4ecce44_Name">
    <vt:lpwstr>Uso Interno</vt:lpwstr>
  </op:property>
  <op:property fmtid="{D5CDD505-2E9C-101B-9397-08002B2CF9AE}" pid="6" name="MSIP_Label_a700de85-0e06-400f-8fdd-8b7ef4ecce44_SetDate">
    <vt:lpwstr>2026-06-07T11:35:02Z</vt:lpwstr>
  </op:property>
  <op:property fmtid="{D5CDD505-2E9C-101B-9397-08002B2CF9AE}" pid="7" name="MSIP_Label_a700de85-0e06-400f-8fdd-8b7ef4ecce44_Extended_MSFT_Method">
    <vt:lpwstr>Standard</vt:lpwstr>
  </op:property>
  <op:property fmtid="{D5CDD505-2E9C-101B-9397-08002B2CF9AE}" pid="8" name="MSIP_Label_a700de85-0e06-400f-8fdd-8b7ef4ecce44_Parent">
    <vt:lpwstr/>
  </op:property>
  <op:property fmtid="{D5CDD505-2E9C-101B-9397-08002B2CF9AE}" pid="9" name="MSIP_Label_a700de85-0e06-400f-8fdd-8b7ef4ecce44_Enabled">
    <vt:lpwstr>True</vt:lpwstr>
  </op:property>
  <op:property fmtid="{D5CDD505-2E9C-101B-9397-08002B2CF9AE}" pid="10" name="MSIP_Label_a700de85-0e06-400f-8fdd-8b7ef4ecce44_Removed">
    <vt:lpwstr>False</vt:lpwstr>
  </op:property>
  <op:property fmtid="{D5CDD505-2E9C-101B-9397-08002B2CF9AE}" pid="11" name="KriptosClassAi">
    <vt:lpwstr>1-Uso Interno</vt:lpwstr>
  </op:property>
</op:Properties>
</file>