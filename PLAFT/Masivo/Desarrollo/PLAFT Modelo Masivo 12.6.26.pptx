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61" r:id="rId3"/>
    <p:sldId id="266" r:id="rId4"/>
    <p:sldId id="352" r:id="rId5"/>
    <p:sldId id="341" r:id="rId6"/>
    <p:sldId id="355" r:id="rId7"/>
    <p:sldId id="354" r:id="rId8"/>
    <p:sldId id="353" r:id="rId9"/>
    <p:sldId id="335" r:id="rId10"/>
    <p:sldId id="336" r:id="rId11"/>
    <p:sldId id="349" r:id="rId12"/>
    <p:sldId id="350" r:id="rId13"/>
    <p:sldId id="351" r:id="rId14"/>
    <p:sldId id="348" r:id="rId15"/>
    <p:sldId id="342" r:id="rId16"/>
    <p:sldId id="343" r:id="rId1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C95C56-3781-4C23-8681-1D5343091698}" v="72" dt="2026-06-16T12:59:48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nandez, Santiago Andres" userId="359de4d9-d13a-4fba-bf8c-78bf97773866" providerId="ADAL" clId="{8F72324D-BDCE-419D-B21C-9F1D89CF9756}"/>
    <pc:docChg chg="undo custSel modSld">
      <pc:chgData name="Hernandez, Santiago Andres" userId="359de4d9-d13a-4fba-bf8c-78bf97773866" providerId="ADAL" clId="{8F72324D-BDCE-419D-B21C-9F1D89CF9756}" dt="2026-06-16T13:01:59.361" v="589" actId="1076"/>
      <pc:docMkLst>
        <pc:docMk/>
      </pc:docMkLst>
      <pc:sldChg chg="modSp mod">
        <pc:chgData name="Hernandez, Santiago Andres" userId="359de4d9-d13a-4fba-bf8c-78bf97773866" providerId="ADAL" clId="{8F72324D-BDCE-419D-B21C-9F1D89CF9756}" dt="2026-06-15T13:55:20.933" v="10" actId="20577"/>
        <pc:sldMkLst>
          <pc:docMk/>
          <pc:sldMk cId="3193717071" sldId="258"/>
        </pc:sldMkLst>
        <pc:spChg chg="mod">
          <ac:chgData name="Hernandez, Santiago Andres" userId="359de4d9-d13a-4fba-bf8c-78bf97773866" providerId="ADAL" clId="{8F72324D-BDCE-419D-B21C-9F1D89CF9756}" dt="2026-06-15T13:55:20.933" v="10" actId="20577"/>
          <ac:spMkLst>
            <pc:docMk/>
            <pc:sldMk cId="3193717071" sldId="258"/>
            <ac:spMk id="4" creationId="{651DE468-A161-DF96-A07E-25D86E37ADCD}"/>
          </ac:spMkLst>
        </pc:spChg>
      </pc:sldChg>
      <pc:sldChg chg="delSp modSp mod">
        <pc:chgData name="Hernandez, Santiago Andres" userId="359de4d9-d13a-4fba-bf8c-78bf97773866" providerId="ADAL" clId="{8F72324D-BDCE-419D-B21C-9F1D89CF9756}" dt="2026-06-15T19:13:50.945" v="394" actId="20577"/>
        <pc:sldMkLst>
          <pc:docMk/>
          <pc:sldMk cId="4009035103" sldId="261"/>
        </pc:sldMkLst>
        <pc:spChg chg="mod">
          <ac:chgData name="Hernandez, Santiago Andres" userId="359de4d9-d13a-4fba-bf8c-78bf97773866" providerId="ADAL" clId="{8F72324D-BDCE-419D-B21C-9F1D89CF9756}" dt="2026-06-15T14:00:39.756" v="88" actId="20577"/>
          <ac:spMkLst>
            <pc:docMk/>
            <pc:sldMk cId="4009035103" sldId="261"/>
            <ac:spMk id="36" creationId="{393805AA-74B1-4A36-7D36-1CC08FB7CFAF}"/>
          </ac:spMkLst>
        </pc:spChg>
        <pc:spChg chg="mod">
          <ac:chgData name="Hernandez, Santiago Andres" userId="359de4d9-d13a-4fba-bf8c-78bf97773866" providerId="ADAL" clId="{8F72324D-BDCE-419D-B21C-9F1D89CF9756}" dt="2026-06-15T14:00:35.323" v="84" actId="20577"/>
          <ac:spMkLst>
            <pc:docMk/>
            <pc:sldMk cId="4009035103" sldId="261"/>
            <ac:spMk id="42" creationId="{40DAA150-0A69-2C31-DA51-64DF4FD138E4}"/>
          </ac:spMkLst>
        </pc:spChg>
        <pc:spChg chg="mod">
          <ac:chgData name="Hernandez, Santiago Andres" userId="359de4d9-d13a-4fba-bf8c-78bf97773866" providerId="ADAL" clId="{8F72324D-BDCE-419D-B21C-9F1D89CF9756}" dt="2026-06-15T13:55:33.940" v="23" actId="20577"/>
          <ac:spMkLst>
            <pc:docMk/>
            <pc:sldMk cId="4009035103" sldId="261"/>
            <ac:spMk id="70" creationId="{FB1949B7-66CD-D49D-780B-3C992781DF34}"/>
          </ac:spMkLst>
        </pc:spChg>
        <pc:spChg chg="mod">
          <ac:chgData name="Hernandez, Santiago Andres" userId="359de4d9-d13a-4fba-bf8c-78bf97773866" providerId="ADAL" clId="{8F72324D-BDCE-419D-B21C-9F1D89CF9756}" dt="2026-06-15T13:57:54.616" v="36" actId="20577"/>
          <ac:spMkLst>
            <pc:docMk/>
            <pc:sldMk cId="4009035103" sldId="261"/>
            <ac:spMk id="88" creationId="{30D7FCAE-8AE5-A5A1-5A41-CF59046729D1}"/>
          </ac:spMkLst>
        </pc:spChg>
        <pc:spChg chg="mod">
          <ac:chgData name="Hernandez, Santiago Andres" userId="359de4d9-d13a-4fba-bf8c-78bf97773866" providerId="ADAL" clId="{8F72324D-BDCE-419D-B21C-9F1D89CF9756}" dt="2026-06-15T13:59:37.665" v="75" actId="1076"/>
          <ac:spMkLst>
            <pc:docMk/>
            <pc:sldMk cId="4009035103" sldId="261"/>
            <ac:spMk id="90" creationId="{D188462A-1E5F-93B9-501B-FF71361B63FA}"/>
          </ac:spMkLst>
        </pc:spChg>
        <pc:spChg chg="mod">
          <ac:chgData name="Hernandez, Santiago Andres" userId="359de4d9-d13a-4fba-bf8c-78bf97773866" providerId="ADAL" clId="{8F72324D-BDCE-419D-B21C-9F1D89CF9756}" dt="2026-06-15T13:57:50.371" v="33" actId="20577"/>
          <ac:spMkLst>
            <pc:docMk/>
            <pc:sldMk cId="4009035103" sldId="261"/>
            <ac:spMk id="94" creationId="{2F210863-1416-7F39-0772-0636FCE9956F}"/>
          </ac:spMkLst>
        </pc:spChg>
        <pc:spChg chg="mod">
          <ac:chgData name="Hernandez, Santiago Andres" userId="359de4d9-d13a-4fba-bf8c-78bf97773866" providerId="ADAL" clId="{8F72324D-BDCE-419D-B21C-9F1D89CF9756}" dt="2026-06-15T14:00:31.441" v="82" actId="1036"/>
          <ac:spMkLst>
            <pc:docMk/>
            <pc:sldMk cId="4009035103" sldId="261"/>
            <ac:spMk id="99" creationId="{F9C71AB9-B8AF-6803-0048-70472A47C4F7}"/>
          </ac:spMkLst>
        </pc:spChg>
        <pc:spChg chg="mod">
          <ac:chgData name="Hernandez, Santiago Andres" userId="359de4d9-d13a-4fba-bf8c-78bf97773866" providerId="ADAL" clId="{8F72324D-BDCE-419D-B21C-9F1D89CF9756}" dt="2026-06-15T13:59:32.746" v="74" actId="1076"/>
          <ac:spMkLst>
            <pc:docMk/>
            <pc:sldMk cId="4009035103" sldId="261"/>
            <ac:spMk id="110" creationId="{FFD68378-7974-9AEA-6A96-00FF233532E8}"/>
          </ac:spMkLst>
        </pc:spChg>
        <pc:spChg chg="mod">
          <ac:chgData name="Hernandez, Santiago Andres" userId="359de4d9-d13a-4fba-bf8c-78bf97773866" providerId="ADAL" clId="{8F72324D-BDCE-419D-B21C-9F1D89CF9756}" dt="2026-06-15T19:13:50.945" v="394" actId="20577"/>
          <ac:spMkLst>
            <pc:docMk/>
            <pc:sldMk cId="4009035103" sldId="261"/>
            <ac:spMk id="112" creationId="{08BA5FD9-4B7A-62B8-30E8-98018E4437F8}"/>
          </ac:spMkLst>
        </pc:spChg>
        <pc:spChg chg="mod">
          <ac:chgData name="Hernandez, Santiago Andres" userId="359de4d9-d13a-4fba-bf8c-78bf97773866" providerId="ADAL" clId="{8F72324D-BDCE-419D-B21C-9F1D89CF9756}" dt="2026-06-15T13:59:54.344" v="80" actId="20577"/>
          <ac:spMkLst>
            <pc:docMk/>
            <pc:sldMk cId="4009035103" sldId="261"/>
            <ac:spMk id="117" creationId="{EC053CFD-662A-4084-289F-0B06791FAF3F}"/>
          </ac:spMkLst>
        </pc:spChg>
        <pc:spChg chg="del">
          <ac:chgData name="Hernandez, Santiago Andres" userId="359de4d9-d13a-4fba-bf8c-78bf97773866" providerId="ADAL" clId="{8F72324D-BDCE-419D-B21C-9F1D89CF9756}" dt="2026-06-15T17:28:55.590" v="150" actId="478"/>
          <ac:spMkLst>
            <pc:docMk/>
            <pc:sldMk cId="4009035103" sldId="261"/>
            <ac:spMk id="118" creationId="{7D23F50A-C35A-5763-256E-A86992EE506D}"/>
          </ac:spMkLst>
        </pc:spChg>
        <pc:spChg chg="del">
          <ac:chgData name="Hernandez, Santiago Andres" userId="359de4d9-d13a-4fba-bf8c-78bf97773866" providerId="ADAL" clId="{8F72324D-BDCE-419D-B21C-9F1D89CF9756}" dt="2026-06-15T17:28:55.590" v="150" actId="478"/>
          <ac:spMkLst>
            <pc:docMk/>
            <pc:sldMk cId="4009035103" sldId="261"/>
            <ac:spMk id="119" creationId="{8B590BC1-B73E-20AE-076D-BDCFA6CA2717}"/>
          </ac:spMkLst>
        </pc:spChg>
        <pc:spChg chg="mod">
          <ac:chgData name="Hernandez, Santiago Andres" userId="359de4d9-d13a-4fba-bf8c-78bf97773866" providerId="ADAL" clId="{8F72324D-BDCE-419D-B21C-9F1D89CF9756}" dt="2026-06-15T17:28:41.261" v="146" actId="20577"/>
          <ac:spMkLst>
            <pc:docMk/>
            <pc:sldMk cId="4009035103" sldId="261"/>
            <ac:spMk id="124" creationId="{D3CE0CFF-CBFB-ABA1-7088-95FDA65AD975}"/>
          </ac:spMkLst>
        </pc:spChg>
        <pc:spChg chg="mod">
          <ac:chgData name="Hernandez, Santiago Andres" userId="359de4d9-d13a-4fba-bf8c-78bf97773866" providerId="ADAL" clId="{8F72324D-BDCE-419D-B21C-9F1D89CF9756}" dt="2026-06-15T17:28:50.265" v="149" actId="20577"/>
          <ac:spMkLst>
            <pc:docMk/>
            <pc:sldMk cId="4009035103" sldId="261"/>
            <ac:spMk id="125" creationId="{B8CC97E4-8297-F769-C4E8-19BD7D4ACB91}"/>
          </ac:spMkLst>
        </pc:spChg>
        <pc:spChg chg="del">
          <ac:chgData name="Hernandez, Santiago Andres" userId="359de4d9-d13a-4fba-bf8c-78bf97773866" providerId="ADAL" clId="{8F72324D-BDCE-419D-B21C-9F1D89CF9756}" dt="2026-06-15T17:28:55.590" v="150" actId="478"/>
          <ac:spMkLst>
            <pc:docMk/>
            <pc:sldMk cId="4009035103" sldId="261"/>
            <ac:spMk id="126" creationId="{D35EF397-07A3-91D3-BE7A-E799B4F03C2F}"/>
          </ac:spMkLst>
        </pc:spChg>
        <pc:spChg chg="mod">
          <ac:chgData name="Hernandez, Santiago Andres" userId="359de4d9-d13a-4fba-bf8c-78bf97773866" providerId="ADAL" clId="{8F72324D-BDCE-419D-B21C-9F1D89CF9756}" dt="2026-06-15T17:28:30.562" v="143" actId="20577"/>
          <ac:spMkLst>
            <pc:docMk/>
            <pc:sldMk cId="4009035103" sldId="261"/>
            <ac:spMk id="128" creationId="{6A7A431E-C617-85C0-19CD-9790DD24DE13}"/>
          </ac:spMkLst>
        </pc:spChg>
        <pc:picChg chg="del">
          <ac:chgData name="Hernandez, Santiago Andres" userId="359de4d9-d13a-4fba-bf8c-78bf97773866" providerId="ADAL" clId="{8F72324D-BDCE-419D-B21C-9F1D89CF9756}" dt="2026-06-15T17:28:58.344" v="151" actId="478"/>
          <ac:picMkLst>
            <pc:docMk/>
            <pc:sldMk cId="4009035103" sldId="261"/>
            <ac:picMk id="131" creationId="{83FC84C3-D444-3495-C81E-BAFB006771D4}"/>
          </ac:picMkLst>
        </pc:picChg>
      </pc:sldChg>
      <pc:sldChg chg="addSp delSp modSp mod">
        <pc:chgData name="Hernandez, Santiago Andres" userId="359de4d9-d13a-4fba-bf8c-78bf97773866" providerId="ADAL" clId="{8F72324D-BDCE-419D-B21C-9F1D89CF9756}" dt="2026-06-16T13:01:24.854" v="583" actId="20577"/>
        <pc:sldMkLst>
          <pc:docMk/>
          <pc:sldMk cId="3771816025" sldId="266"/>
        </pc:sldMkLst>
        <pc:spChg chg="mod">
          <ac:chgData name="Hernandez, Santiago Andres" userId="359de4d9-d13a-4fba-bf8c-78bf97773866" providerId="ADAL" clId="{8F72324D-BDCE-419D-B21C-9F1D89CF9756}" dt="2026-06-15T17:32:04.336" v="229" actId="14100"/>
          <ac:spMkLst>
            <pc:docMk/>
            <pc:sldMk cId="3771816025" sldId="266"/>
            <ac:spMk id="2" creationId="{524B6D74-BF1D-39AA-2056-211321A99505}"/>
          </ac:spMkLst>
        </pc:spChg>
        <pc:spChg chg="mod">
          <ac:chgData name="Hernandez, Santiago Andres" userId="359de4d9-d13a-4fba-bf8c-78bf97773866" providerId="ADAL" clId="{8F72324D-BDCE-419D-B21C-9F1D89CF9756}" dt="2026-06-15T17:25:41.936" v="127" actId="108"/>
          <ac:spMkLst>
            <pc:docMk/>
            <pc:sldMk cId="3771816025" sldId="266"/>
            <ac:spMk id="3" creationId="{B1DDBCED-CA6C-F69D-02B9-030B37108102}"/>
          </ac:spMkLst>
        </pc:spChg>
        <pc:spChg chg="add mod">
          <ac:chgData name="Hernandez, Santiago Andres" userId="359de4d9-d13a-4fba-bf8c-78bf97773866" providerId="ADAL" clId="{8F72324D-BDCE-419D-B21C-9F1D89CF9756}" dt="2026-06-15T17:26:18.034" v="133" actId="1076"/>
          <ac:spMkLst>
            <pc:docMk/>
            <pc:sldMk cId="3771816025" sldId="266"/>
            <ac:spMk id="5" creationId="{B600CA25-9BC5-8838-2F3C-0D50F73D7652}"/>
          </ac:spMkLst>
        </pc:spChg>
        <pc:spChg chg="del">
          <ac:chgData name="Hernandez, Santiago Andres" userId="359de4d9-d13a-4fba-bf8c-78bf97773866" providerId="ADAL" clId="{8F72324D-BDCE-419D-B21C-9F1D89CF9756}" dt="2026-06-15T17:26:39.467" v="137" actId="478"/>
          <ac:spMkLst>
            <pc:docMk/>
            <pc:sldMk cId="3771816025" sldId="266"/>
            <ac:spMk id="7" creationId="{8F14189C-167B-0BE1-D5E0-7B37E551BC09}"/>
          </ac:spMkLst>
        </pc:spChg>
        <pc:spChg chg="add mod">
          <ac:chgData name="Hernandez, Santiago Andres" userId="359de4d9-d13a-4fba-bf8c-78bf97773866" providerId="ADAL" clId="{8F72324D-BDCE-419D-B21C-9F1D89CF9756}" dt="2026-06-15T17:26:28.884" v="136" actId="1076"/>
          <ac:spMkLst>
            <pc:docMk/>
            <pc:sldMk cId="3771816025" sldId="266"/>
            <ac:spMk id="9" creationId="{0D123A2A-0F58-4184-1C33-B17F488D6376}"/>
          </ac:spMkLst>
        </pc:spChg>
        <pc:spChg chg="mod">
          <ac:chgData name="Hernandez, Santiago Andres" userId="359de4d9-d13a-4fba-bf8c-78bf97773866" providerId="ADAL" clId="{8F72324D-BDCE-419D-B21C-9F1D89CF9756}" dt="2026-06-15T17:31:09.388" v="179" actId="20577"/>
          <ac:spMkLst>
            <pc:docMk/>
            <pc:sldMk cId="3771816025" sldId="266"/>
            <ac:spMk id="11" creationId="{E22C4B07-60CD-1366-2860-99346F80B0D9}"/>
          </ac:spMkLst>
        </pc:spChg>
        <pc:spChg chg="mod">
          <ac:chgData name="Hernandez, Santiago Andres" userId="359de4d9-d13a-4fba-bf8c-78bf97773866" providerId="ADAL" clId="{8F72324D-BDCE-419D-B21C-9F1D89CF9756}" dt="2026-06-15T17:31:01.378" v="174" actId="20577"/>
          <ac:spMkLst>
            <pc:docMk/>
            <pc:sldMk cId="3771816025" sldId="266"/>
            <ac:spMk id="12" creationId="{7F1FBBB8-89D5-4CE8-8EE3-0A70FB828134}"/>
          </ac:spMkLst>
        </pc:spChg>
        <pc:spChg chg="mod">
          <ac:chgData name="Hernandez, Santiago Andres" userId="359de4d9-d13a-4fba-bf8c-78bf97773866" providerId="ADAL" clId="{8F72324D-BDCE-419D-B21C-9F1D89CF9756}" dt="2026-06-15T17:31:15.588" v="186" actId="20577"/>
          <ac:spMkLst>
            <pc:docMk/>
            <pc:sldMk cId="3771816025" sldId="266"/>
            <ac:spMk id="13" creationId="{BAF13AFD-9449-D5BE-A055-DD33B425E815}"/>
          </ac:spMkLst>
        </pc:spChg>
        <pc:spChg chg="add mod">
          <ac:chgData name="Hernandez, Santiago Andres" userId="359de4d9-d13a-4fba-bf8c-78bf97773866" providerId="ADAL" clId="{8F72324D-BDCE-419D-B21C-9F1D89CF9756}" dt="2026-06-15T17:26:44.217" v="139" actId="1076"/>
          <ac:spMkLst>
            <pc:docMk/>
            <pc:sldMk cId="3771816025" sldId="266"/>
            <ac:spMk id="14" creationId="{E78074F8-9500-A638-6BB6-9DD0C7AEA277}"/>
          </ac:spMkLst>
        </pc:spChg>
        <pc:spChg chg="mod">
          <ac:chgData name="Hernandez, Santiago Andres" userId="359de4d9-d13a-4fba-bf8c-78bf97773866" providerId="ADAL" clId="{8F72324D-BDCE-419D-B21C-9F1D89CF9756}" dt="2026-06-15T17:31:21.448" v="193" actId="20577"/>
          <ac:spMkLst>
            <pc:docMk/>
            <pc:sldMk cId="3771816025" sldId="266"/>
            <ac:spMk id="15" creationId="{B17199AD-9DBD-12D8-5401-5E3AD78878E4}"/>
          </ac:spMkLst>
        </pc:spChg>
        <pc:spChg chg="mod">
          <ac:chgData name="Hernandez, Santiago Andres" userId="359de4d9-d13a-4fba-bf8c-78bf97773866" providerId="ADAL" clId="{8F72324D-BDCE-419D-B21C-9F1D89CF9756}" dt="2026-06-15T17:31:43.387" v="212" actId="20577"/>
          <ac:spMkLst>
            <pc:docMk/>
            <pc:sldMk cId="3771816025" sldId="266"/>
            <ac:spMk id="16" creationId="{457660AA-6AE1-4A16-0D0A-28CB97CFF143}"/>
          </ac:spMkLst>
        </pc:spChg>
        <pc:spChg chg="mod">
          <ac:chgData name="Hernandez, Santiago Andres" userId="359de4d9-d13a-4fba-bf8c-78bf97773866" providerId="ADAL" clId="{8F72324D-BDCE-419D-B21C-9F1D89CF9756}" dt="2026-06-15T17:31:48.714" v="216" actId="20577"/>
          <ac:spMkLst>
            <pc:docMk/>
            <pc:sldMk cId="3771816025" sldId="266"/>
            <ac:spMk id="17" creationId="{54446162-4902-D264-87E1-B385C299268D}"/>
          </ac:spMkLst>
        </pc:spChg>
        <pc:spChg chg="mod">
          <ac:chgData name="Hernandez, Santiago Andres" userId="359de4d9-d13a-4fba-bf8c-78bf97773866" providerId="ADAL" clId="{8F72324D-BDCE-419D-B21C-9F1D89CF9756}" dt="2026-06-15T17:21:19.300" v="98" actId="121"/>
          <ac:spMkLst>
            <pc:docMk/>
            <pc:sldMk cId="3771816025" sldId="266"/>
            <ac:spMk id="19" creationId="{EE103699-F1C1-4379-4DDA-75399D1E1B76}"/>
          </ac:spMkLst>
        </pc:spChg>
        <pc:spChg chg="del">
          <ac:chgData name="Hernandez, Santiago Andres" userId="359de4d9-d13a-4fba-bf8c-78bf97773866" providerId="ADAL" clId="{8F72324D-BDCE-419D-B21C-9F1D89CF9756}" dt="2026-06-15T17:26:24.451" v="134" actId="478"/>
          <ac:spMkLst>
            <pc:docMk/>
            <pc:sldMk cId="3771816025" sldId="266"/>
            <ac:spMk id="20" creationId="{0965F70A-E509-E8DB-BB59-1675232A4A31}"/>
          </ac:spMkLst>
        </pc:spChg>
        <pc:spChg chg="del">
          <ac:chgData name="Hernandez, Santiago Andres" userId="359de4d9-d13a-4fba-bf8c-78bf97773866" providerId="ADAL" clId="{8F72324D-BDCE-419D-B21C-9F1D89CF9756}" dt="2026-06-15T17:26:11.702" v="131" actId="478"/>
          <ac:spMkLst>
            <pc:docMk/>
            <pc:sldMk cId="3771816025" sldId="266"/>
            <ac:spMk id="21" creationId="{BF9F0632-198B-0BA6-7836-B96C98315352}"/>
          </ac:spMkLst>
        </pc:spChg>
        <pc:spChg chg="mod">
          <ac:chgData name="Hernandez, Santiago Andres" userId="359de4d9-d13a-4fba-bf8c-78bf97773866" providerId="ADAL" clId="{8F72324D-BDCE-419D-B21C-9F1D89CF9756}" dt="2026-06-16T13:00:52.489" v="553" actId="20577"/>
          <ac:spMkLst>
            <pc:docMk/>
            <pc:sldMk cId="3771816025" sldId="266"/>
            <ac:spMk id="24" creationId="{6D3189BB-0E02-0CFB-F70F-4FD5CCC2DD61}"/>
          </ac:spMkLst>
        </pc:spChg>
        <pc:spChg chg="mod">
          <ac:chgData name="Hernandez, Santiago Andres" userId="359de4d9-d13a-4fba-bf8c-78bf97773866" providerId="ADAL" clId="{8F72324D-BDCE-419D-B21C-9F1D89CF9756}" dt="2026-06-16T13:00:57.733" v="560" actId="20577"/>
          <ac:spMkLst>
            <pc:docMk/>
            <pc:sldMk cId="3771816025" sldId="266"/>
            <ac:spMk id="25" creationId="{3018A6D3-FE0A-9161-E048-7118AFC07707}"/>
          </ac:spMkLst>
        </pc:spChg>
        <pc:spChg chg="mod">
          <ac:chgData name="Hernandez, Santiago Andres" userId="359de4d9-d13a-4fba-bf8c-78bf97773866" providerId="ADAL" clId="{8F72324D-BDCE-419D-B21C-9F1D89CF9756}" dt="2026-06-16T13:01:03.672" v="567" actId="20577"/>
          <ac:spMkLst>
            <pc:docMk/>
            <pc:sldMk cId="3771816025" sldId="266"/>
            <ac:spMk id="27" creationId="{6B55DFCC-50BB-39C8-3C6F-A55D8A3BD12C}"/>
          </ac:spMkLst>
        </pc:spChg>
        <pc:spChg chg="mod">
          <ac:chgData name="Hernandez, Santiago Andres" userId="359de4d9-d13a-4fba-bf8c-78bf97773866" providerId="ADAL" clId="{8F72324D-BDCE-419D-B21C-9F1D89CF9756}" dt="2026-06-15T17:24:31.323" v="117" actId="108"/>
          <ac:spMkLst>
            <pc:docMk/>
            <pc:sldMk cId="3771816025" sldId="266"/>
            <ac:spMk id="28" creationId="{34A4735D-87F7-C2DE-9704-4B4339A55528}"/>
          </ac:spMkLst>
        </pc:spChg>
        <pc:spChg chg="mod">
          <ac:chgData name="Hernandez, Santiago Andres" userId="359de4d9-d13a-4fba-bf8c-78bf97773866" providerId="ADAL" clId="{8F72324D-BDCE-419D-B21C-9F1D89CF9756}" dt="2026-06-16T13:01:10.323" v="574" actId="20577"/>
          <ac:spMkLst>
            <pc:docMk/>
            <pc:sldMk cId="3771816025" sldId="266"/>
            <ac:spMk id="29" creationId="{98CA5E92-A1D6-3D48-8736-405A5381B069}"/>
          </ac:spMkLst>
        </pc:spChg>
        <pc:spChg chg="mod">
          <ac:chgData name="Hernandez, Santiago Andres" userId="359de4d9-d13a-4fba-bf8c-78bf97773866" providerId="ADAL" clId="{8F72324D-BDCE-419D-B21C-9F1D89CF9756}" dt="2026-06-15T17:24:53.951" v="121" actId="108"/>
          <ac:spMkLst>
            <pc:docMk/>
            <pc:sldMk cId="3771816025" sldId="266"/>
            <ac:spMk id="30" creationId="{E0A400D3-D43F-459E-234D-B2FEBED39691}"/>
          </ac:spMkLst>
        </pc:spChg>
        <pc:spChg chg="mod">
          <ac:chgData name="Hernandez, Santiago Andres" userId="359de4d9-d13a-4fba-bf8c-78bf97773866" providerId="ADAL" clId="{8F72324D-BDCE-419D-B21C-9F1D89CF9756}" dt="2026-06-16T13:01:24.854" v="583" actId="20577"/>
          <ac:spMkLst>
            <pc:docMk/>
            <pc:sldMk cId="3771816025" sldId="266"/>
            <ac:spMk id="31" creationId="{8003E7A1-641E-1C42-223F-E975ED1902B8}"/>
          </ac:spMkLst>
        </pc:spChg>
        <pc:spChg chg="mod">
          <ac:chgData name="Hernandez, Santiago Andres" userId="359de4d9-d13a-4fba-bf8c-78bf97773866" providerId="ADAL" clId="{8F72324D-BDCE-419D-B21C-9F1D89CF9756}" dt="2026-06-15T17:26:05.885" v="130" actId="108"/>
          <ac:spMkLst>
            <pc:docMk/>
            <pc:sldMk cId="3771816025" sldId="266"/>
            <ac:spMk id="32" creationId="{B01BD706-B8FF-B9B1-645E-049F3616A2BC}"/>
          </ac:spMkLst>
        </pc:spChg>
        <pc:spChg chg="del">
          <ac:chgData name="Hernandez, Santiago Andres" userId="359de4d9-d13a-4fba-bf8c-78bf97773866" providerId="ADAL" clId="{8F72324D-BDCE-419D-B21C-9F1D89CF9756}" dt="2026-06-15T17:29:08.409" v="152" actId="478"/>
          <ac:spMkLst>
            <pc:docMk/>
            <pc:sldMk cId="3771816025" sldId="266"/>
            <ac:spMk id="34" creationId="{5DA2D1E3-DD9E-8B7E-6BB1-94F1889313E7}"/>
          </ac:spMkLst>
        </pc:spChg>
        <pc:spChg chg="del mod">
          <ac:chgData name="Hernandez, Santiago Andres" userId="359de4d9-d13a-4fba-bf8c-78bf97773866" providerId="ADAL" clId="{8F72324D-BDCE-419D-B21C-9F1D89CF9756}" dt="2026-06-15T17:29:14.577" v="154" actId="478"/>
          <ac:spMkLst>
            <pc:docMk/>
            <pc:sldMk cId="3771816025" sldId="266"/>
            <ac:spMk id="35" creationId="{EB71EA28-68AC-1DF1-F150-346DDC600C0E}"/>
          </ac:spMkLst>
        </pc:spChg>
        <pc:spChg chg="del">
          <ac:chgData name="Hernandez, Santiago Andres" userId="359de4d9-d13a-4fba-bf8c-78bf97773866" providerId="ADAL" clId="{8F72324D-BDCE-419D-B21C-9F1D89CF9756}" dt="2026-06-15T17:29:17.043" v="155" actId="478"/>
          <ac:spMkLst>
            <pc:docMk/>
            <pc:sldMk cId="3771816025" sldId="266"/>
            <ac:spMk id="36" creationId="{3F7CBA01-8C4C-2158-28D8-5EB5E39EF130}"/>
          </ac:spMkLst>
        </pc:spChg>
        <pc:spChg chg="add mod">
          <ac:chgData name="Hernandez, Santiago Andres" userId="359de4d9-d13a-4fba-bf8c-78bf97773866" providerId="ADAL" clId="{8F72324D-BDCE-419D-B21C-9F1D89CF9756}" dt="2026-06-15T17:29:22.876" v="157" actId="1076"/>
          <ac:spMkLst>
            <pc:docMk/>
            <pc:sldMk cId="3771816025" sldId="266"/>
            <ac:spMk id="37" creationId="{F1546B4B-10C2-D79A-4DCD-64115EE2DDA7}"/>
          </ac:spMkLst>
        </pc:spChg>
        <pc:spChg chg="add mod">
          <ac:chgData name="Hernandez, Santiago Andres" userId="359de4d9-d13a-4fba-bf8c-78bf97773866" providerId="ADAL" clId="{8F72324D-BDCE-419D-B21C-9F1D89CF9756}" dt="2026-06-15T17:29:26.543" v="159" actId="1076"/>
          <ac:spMkLst>
            <pc:docMk/>
            <pc:sldMk cId="3771816025" sldId="266"/>
            <ac:spMk id="39" creationId="{D9A999F0-99EB-48BA-7342-553BE322F963}"/>
          </ac:spMkLst>
        </pc:spChg>
        <pc:spChg chg="add mod">
          <ac:chgData name="Hernandez, Santiago Andres" userId="359de4d9-d13a-4fba-bf8c-78bf97773866" providerId="ADAL" clId="{8F72324D-BDCE-419D-B21C-9F1D89CF9756}" dt="2026-06-15T17:29:31.693" v="161" actId="1076"/>
          <ac:spMkLst>
            <pc:docMk/>
            <pc:sldMk cId="3771816025" sldId="266"/>
            <ac:spMk id="41" creationId="{648562A4-2892-7181-10A8-D9653435EFC7}"/>
          </ac:spMkLst>
        </pc:spChg>
        <pc:spChg chg="mod">
          <ac:chgData name="Hernandez, Santiago Andres" userId="359de4d9-d13a-4fba-bf8c-78bf97773866" providerId="ADAL" clId="{8F72324D-BDCE-419D-B21C-9F1D89CF9756}" dt="2026-06-15T17:31:38.226" v="208" actId="20577"/>
          <ac:spMkLst>
            <pc:docMk/>
            <pc:sldMk cId="3771816025" sldId="266"/>
            <ac:spMk id="118" creationId="{BDCB71A7-36F7-7FBF-31A8-0281C7EBD04C}"/>
          </ac:spMkLst>
        </pc:spChg>
        <pc:spChg chg="mod">
          <ac:chgData name="Hernandez, Santiago Andres" userId="359de4d9-d13a-4fba-bf8c-78bf97773866" providerId="ADAL" clId="{8F72324D-BDCE-419D-B21C-9F1D89CF9756}" dt="2026-06-15T17:31:33.554" v="201" actId="20577"/>
          <ac:spMkLst>
            <pc:docMk/>
            <pc:sldMk cId="3771816025" sldId="266"/>
            <ac:spMk id="119" creationId="{B569240D-1D20-F56B-B00E-4FE68B690227}"/>
          </ac:spMkLst>
        </pc:spChg>
        <pc:spChg chg="mod">
          <ac:chgData name="Hernandez, Santiago Andres" userId="359de4d9-d13a-4fba-bf8c-78bf97773866" providerId="ADAL" clId="{8F72324D-BDCE-419D-B21C-9F1D89CF9756}" dt="2026-06-15T17:31:54.691" v="224" actId="20577"/>
          <ac:spMkLst>
            <pc:docMk/>
            <pc:sldMk cId="3771816025" sldId="266"/>
            <ac:spMk id="120" creationId="{C0DD65F0-2393-37CF-6328-9A9684735599}"/>
          </ac:spMkLst>
        </pc:spChg>
        <pc:spChg chg="mod">
          <ac:chgData name="Hernandez, Santiago Andres" userId="359de4d9-d13a-4fba-bf8c-78bf97773866" providerId="ADAL" clId="{8F72324D-BDCE-419D-B21C-9F1D89CF9756}" dt="2026-06-15T19:13:38.654" v="379" actId="20577"/>
          <ac:spMkLst>
            <pc:docMk/>
            <pc:sldMk cId="3771816025" sldId="266"/>
            <ac:spMk id="130" creationId="{65DB6501-90EC-61D4-664C-0F8639E2D478}"/>
          </ac:spMkLst>
        </pc:spChg>
      </pc:sldChg>
      <pc:sldChg chg="addSp delSp modSp mod">
        <pc:chgData name="Hernandez, Santiago Andres" userId="359de4d9-d13a-4fba-bf8c-78bf97773866" providerId="ADAL" clId="{8F72324D-BDCE-419D-B21C-9F1D89CF9756}" dt="2026-06-16T13:00:05.565" v="546" actId="20577"/>
        <pc:sldMkLst>
          <pc:docMk/>
          <pc:sldMk cId="2713595004" sldId="341"/>
        </pc:sldMkLst>
        <pc:spChg chg="mod">
          <ac:chgData name="Hernandez, Santiago Andres" userId="359de4d9-d13a-4fba-bf8c-78bf97773866" providerId="ADAL" clId="{8F72324D-BDCE-419D-B21C-9F1D89CF9756}" dt="2026-06-16T12:59:48.428" v="542" actId="20577"/>
          <ac:spMkLst>
            <pc:docMk/>
            <pc:sldMk cId="2713595004" sldId="341"/>
            <ac:spMk id="8" creationId="{359C1233-2613-428E-0354-507DA2DF075C}"/>
          </ac:spMkLst>
        </pc:spChg>
        <pc:spChg chg="mod">
          <ac:chgData name="Hernandez, Santiago Andres" userId="359de4d9-d13a-4fba-bf8c-78bf97773866" providerId="ADAL" clId="{8F72324D-BDCE-419D-B21C-9F1D89CF9756}" dt="2026-06-16T01:21:58.449" v="497" actId="20577"/>
          <ac:spMkLst>
            <pc:docMk/>
            <pc:sldMk cId="2713595004" sldId="341"/>
            <ac:spMk id="9" creationId="{A09C0DAE-419B-CB25-AB15-F1672DD9E54B}"/>
          </ac:spMkLst>
        </pc:spChg>
        <pc:spChg chg="mod">
          <ac:chgData name="Hernandez, Santiago Andres" userId="359de4d9-d13a-4fba-bf8c-78bf97773866" providerId="ADAL" clId="{8F72324D-BDCE-419D-B21C-9F1D89CF9756}" dt="2026-06-16T12:59:27.280" v="538" actId="108"/>
          <ac:spMkLst>
            <pc:docMk/>
            <pc:sldMk cId="2713595004" sldId="341"/>
            <ac:spMk id="10" creationId="{834D4A28-BE05-5794-6010-EC267CB8C2B5}"/>
          </ac:spMkLst>
        </pc:spChg>
        <pc:spChg chg="mod">
          <ac:chgData name="Hernandez, Santiago Andres" userId="359de4d9-d13a-4fba-bf8c-78bf97773866" providerId="ADAL" clId="{8F72324D-BDCE-419D-B21C-9F1D89CF9756}" dt="2026-06-16T13:00:05.565" v="546" actId="20577"/>
          <ac:spMkLst>
            <pc:docMk/>
            <pc:sldMk cId="2713595004" sldId="341"/>
            <ac:spMk id="13" creationId="{471F5121-C45B-DEA3-F30B-04CDE83FDDF6}"/>
          </ac:spMkLst>
        </pc:spChg>
        <pc:spChg chg="mod">
          <ac:chgData name="Hernandez, Santiago Andres" userId="359de4d9-d13a-4fba-bf8c-78bf97773866" providerId="ADAL" clId="{8F72324D-BDCE-419D-B21C-9F1D89CF9756}" dt="2026-06-16T01:20:15.483" v="406" actId="14100"/>
          <ac:spMkLst>
            <pc:docMk/>
            <pc:sldMk cId="2713595004" sldId="341"/>
            <ac:spMk id="15" creationId="{C41ACFD8-9066-DFC0-1786-F503E9314308}"/>
          </ac:spMkLst>
        </pc:spChg>
        <pc:spChg chg="mod">
          <ac:chgData name="Hernandez, Santiago Andres" userId="359de4d9-d13a-4fba-bf8c-78bf97773866" providerId="ADAL" clId="{8F72324D-BDCE-419D-B21C-9F1D89CF9756}" dt="2026-06-16T01:22:52.798" v="525" actId="20577"/>
          <ac:spMkLst>
            <pc:docMk/>
            <pc:sldMk cId="2713595004" sldId="341"/>
            <ac:spMk id="33" creationId="{80D0A043-9088-6167-C231-7E715EFBA8F3}"/>
          </ac:spMkLst>
        </pc:spChg>
        <pc:spChg chg="mod">
          <ac:chgData name="Hernandez, Santiago Andres" userId="359de4d9-d13a-4fba-bf8c-78bf97773866" providerId="ADAL" clId="{8F72324D-BDCE-419D-B21C-9F1D89CF9756}" dt="2026-06-16T01:22:15.075" v="507" actId="20577"/>
          <ac:spMkLst>
            <pc:docMk/>
            <pc:sldMk cId="2713595004" sldId="341"/>
            <ac:spMk id="35" creationId="{0A8F51C3-8237-BF86-1DC8-1F2080D2D9D2}"/>
          </ac:spMkLst>
        </pc:spChg>
        <pc:spChg chg="mod">
          <ac:chgData name="Hernandez, Santiago Andres" userId="359de4d9-d13a-4fba-bf8c-78bf97773866" providerId="ADAL" clId="{8F72324D-BDCE-419D-B21C-9F1D89CF9756}" dt="2026-06-16T01:21:38.504" v="494" actId="688"/>
          <ac:spMkLst>
            <pc:docMk/>
            <pc:sldMk cId="2713595004" sldId="341"/>
            <ac:spMk id="42" creationId="{E6C0AF9F-29DE-6E7B-4285-1261D6B95DC7}"/>
          </ac:spMkLst>
        </pc:spChg>
        <pc:picChg chg="del">
          <ac:chgData name="Hernandez, Santiago Andres" userId="359de4d9-d13a-4fba-bf8c-78bf97773866" providerId="ADAL" clId="{8F72324D-BDCE-419D-B21C-9F1D89CF9756}" dt="2026-06-15T19:14:27.630" v="395" actId="478"/>
          <ac:picMkLst>
            <pc:docMk/>
            <pc:sldMk cId="2713595004" sldId="341"/>
            <ac:picMk id="2" creationId="{3ECBB8AE-DB6E-2AE4-1BB3-B60E5CC1BA02}"/>
          </ac:picMkLst>
        </pc:picChg>
        <pc:picChg chg="del">
          <ac:chgData name="Hernandez, Santiago Andres" userId="359de4d9-d13a-4fba-bf8c-78bf97773866" providerId="ADAL" clId="{8F72324D-BDCE-419D-B21C-9F1D89CF9756}" dt="2026-06-15T19:14:29.966" v="396" actId="478"/>
          <ac:picMkLst>
            <pc:docMk/>
            <pc:sldMk cId="2713595004" sldId="341"/>
            <ac:picMk id="11" creationId="{38D7362D-9AE3-05D0-2D62-5D5912F39A61}"/>
          </ac:picMkLst>
        </pc:picChg>
        <pc:picChg chg="add mod ord">
          <ac:chgData name="Hernandez, Santiago Andres" userId="359de4d9-d13a-4fba-bf8c-78bf97773866" providerId="ADAL" clId="{8F72324D-BDCE-419D-B21C-9F1D89CF9756}" dt="2026-06-16T01:20:04.583" v="402" actId="1076"/>
          <ac:picMkLst>
            <pc:docMk/>
            <pc:sldMk cId="2713595004" sldId="341"/>
            <ac:picMk id="16" creationId="{BE3B771F-4007-458C-649B-E64451ED4A1E}"/>
          </ac:picMkLst>
        </pc:picChg>
        <pc:cxnChg chg="mod">
          <ac:chgData name="Hernandez, Santiago Andres" userId="359de4d9-d13a-4fba-bf8c-78bf97773866" providerId="ADAL" clId="{8F72324D-BDCE-419D-B21C-9F1D89CF9756}" dt="2026-06-16T01:21:42.055" v="495" actId="14100"/>
          <ac:cxnSpMkLst>
            <pc:docMk/>
            <pc:sldMk cId="2713595004" sldId="341"/>
            <ac:cxnSpMk id="44" creationId="{30AC34DD-C796-8B55-D8D2-2986EBFCCED2}"/>
          </ac:cxnSpMkLst>
        </pc:cxnChg>
      </pc:sldChg>
      <pc:sldChg chg="addSp delSp modSp mod">
        <pc:chgData name="Hernandez, Santiago Andres" userId="359de4d9-d13a-4fba-bf8c-78bf97773866" providerId="ADAL" clId="{8F72324D-BDCE-419D-B21C-9F1D89CF9756}" dt="2026-06-16T13:01:59.361" v="589" actId="1076"/>
        <pc:sldMkLst>
          <pc:docMk/>
          <pc:sldMk cId="624755524" sldId="352"/>
        </pc:sldMkLst>
        <pc:spChg chg="mod">
          <ac:chgData name="Hernandez, Santiago Andres" userId="359de4d9-d13a-4fba-bf8c-78bf97773866" providerId="ADAL" clId="{8F72324D-BDCE-419D-B21C-9F1D89CF9756}" dt="2026-06-16T13:01:40.051" v="585" actId="20577"/>
          <ac:spMkLst>
            <pc:docMk/>
            <pc:sldMk cId="624755524" sldId="352"/>
            <ac:spMk id="2" creationId="{AE46206D-6220-ECF0-4E36-220BC5E7149B}"/>
          </ac:spMkLst>
        </pc:spChg>
        <pc:spChg chg="del mod">
          <ac:chgData name="Hernandez, Santiago Andres" userId="359de4d9-d13a-4fba-bf8c-78bf97773866" providerId="ADAL" clId="{8F72324D-BDCE-419D-B21C-9F1D89CF9756}" dt="2026-06-15T19:10:01.792" v="287" actId="478"/>
          <ac:spMkLst>
            <pc:docMk/>
            <pc:sldMk cId="624755524" sldId="352"/>
            <ac:spMk id="3" creationId="{56E5B457-5A17-E69F-0816-7B8E3BED293D}"/>
          </ac:spMkLst>
        </pc:spChg>
        <pc:spChg chg="add del mod">
          <ac:chgData name="Hernandez, Santiago Andres" userId="359de4d9-d13a-4fba-bf8c-78bf97773866" providerId="ADAL" clId="{8F72324D-BDCE-419D-B21C-9F1D89CF9756}" dt="2026-06-15T19:08:46.203" v="253" actId="14100"/>
          <ac:spMkLst>
            <pc:docMk/>
            <pc:sldMk cId="624755524" sldId="352"/>
            <ac:spMk id="9" creationId="{B9F5373D-CD8A-0A73-FF37-AACAB4188439}"/>
          </ac:spMkLst>
        </pc:spChg>
        <pc:spChg chg="add del mod">
          <ac:chgData name="Hernandez, Santiago Andres" userId="359de4d9-d13a-4fba-bf8c-78bf97773866" providerId="ADAL" clId="{8F72324D-BDCE-419D-B21C-9F1D89CF9756}" dt="2026-06-15T19:10:08.993" v="288" actId="1076"/>
          <ac:spMkLst>
            <pc:docMk/>
            <pc:sldMk cId="624755524" sldId="352"/>
            <ac:spMk id="10" creationId="{718705FA-8F88-4842-A387-03687B319C3F}"/>
          </ac:spMkLst>
        </pc:spChg>
        <pc:spChg chg="add mod">
          <ac:chgData name="Hernandez, Santiago Andres" userId="359de4d9-d13a-4fba-bf8c-78bf97773866" providerId="ADAL" clId="{8F72324D-BDCE-419D-B21C-9F1D89CF9756}" dt="2026-06-16T13:01:59.361" v="589" actId="1076"/>
          <ac:spMkLst>
            <pc:docMk/>
            <pc:sldMk cId="624755524" sldId="352"/>
            <ac:spMk id="14" creationId="{2EAC2ED4-85C6-7638-39D4-723D6327AB58}"/>
          </ac:spMkLst>
        </pc:spChg>
        <pc:spChg chg="mod">
          <ac:chgData name="Hernandez, Santiago Andres" userId="359de4d9-d13a-4fba-bf8c-78bf97773866" providerId="ADAL" clId="{8F72324D-BDCE-419D-B21C-9F1D89CF9756}" dt="2026-06-15T19:13:08.448" v="346" actId="1076"/>
          <ac:spMkLst>
            <pc:docMk/>
            <pc:sldMk cId="624755524" sldId="352"/>
            <ac:spMk id="15" creationId="{60C3746E-A105-A6EF-DC50-1593C3E4D7CF}"/>
          </ac:spMkLst>
        </pc:spChg>
        <pc:spChg chg="mod">
          <ac:chgData name="Hernandez, Santiago Andres" userId="359de4d9-d13a-4fba-bf8c-78bf97773866" providerId="ADAL" clId="{8F72324D-BDCE-419D-B21C-9F1D89CF9756}" dt="2026-06-15T19:11:52.934" v="326" actId="14100"/>
          <ac:spMkLst>
            <pc:docMk/>
            <pc:sldMk cId="624755524" sldId="352"/>
            <ac:spMk id="16" creationId="{47522DFE-147E-28C6-8E9D-CA0F56F64853}"/>
          </ac:spMkLst>
        </pc:spChg>
        <pc:spChg chg="mod">
          <ac:chgData name="Hernandez, Santiago Andres" userId="359de4d9-d13a-4fba-bf8c-78bf97773866" providerId="ADAL" clId="{8F72324D-BDCE-419D-B21C-9F1D89CF9756}" dt="2026-06-15T19:13:04.873" v="345" actId="1076"/>
          <ac:spMkLst>
            <pc:docMk/>
            <pc:sldMk cId="624755524" sldId="352"/>
            <ac:spMk id="17" creationId="{3F8E66EC-67C3-EE54-2569-BBB275DD25C4}"/>
          </ac:spMkLst>
        </pc:spChg>
        <pc:spChg chg="mod">
          <ac:chgData name="Hernandez, Santiago Andres" userId="359de4d9-d13a-4fba-bf8c-78bf97773866" providerId="ADAL" clId="{8F72324D-BDCE-419D-B21C-9F1D89CF9756}" dt="2026-06-15T19:11:29.799" v="323" actId="1076"/>
          <ac:spMkLst>
            <pc:docMk/>
            <pc:sldMk cId="624755524" sldId="352"/>
            <ac:spMk id="19" creationId="{907B8D17-2332-B936-4261-9031BA340AA6}"/>
          </ac:spMkLst>
        </pc:spChg>
        <pc:spChg chg="add mod">
          <ac:chgData name="Hernandez, Santiago Andres" userId="359de4d9-d13a-4fba-bf8c-78bf97773866" providerId="ADAL" clId="{8F72324D-BDCE-419D-B21C-9F1D89CF9756}" dt="2026-06-15T19:12:59.272" v="342" actId="1076"/>
          <ac:spMkLst>
            <pc:docMk/>
            <pc:sldMk cId="624755524" sldId="352"/>
            <ac:spMk id="21" creationId="{06B0FA7B-BA9C-C859-F5CD-DD50F4D1D9AF}"/>
          </ac:spMkLst>
        </pc:spChg>
        <pc:spChg chg="add mod">
          <ac:chgData name="Hernandez, Santiago Andres" userId="359de4d9-d13a-4fba-bf8c-78bf97773866" providerId="ADAL" clId="{8F72324D-BDCE-419D-B21C-9F1D89CF9756}" dt="2026-06-15T19:12:09.185" v="332" actId="1076"/>
          <ac:spMkLst>
            <pc:docMk/>
            <pc:sldMk cId="624755524" sldId="352"/>
            <ac:spMk id="23" creationId="{225F3411-CAE1-7478-317C-23574A5C0696}"/>
          </ac:spMkLst>
        </pc:spChg>
        <pc:spChg chg="add mod">
          <ac:chgData name="Hernandez, Santiago Andres" userId="359de4d9-d13a-4fba-bf8c-78bf97773866" providerId="ADAL" clId="{8F72324D-BDCE-419D-B21C-9F1D89CF9756}" dt="2026-06-15T19:13:15.053" v="347" actId="1076"/>
          <ac:spMkLst>
            <pc:docMk/>
            <pc:sldMk cId="624755524" sldId="352"/>
            <ac:spMk id="25" creationId="{13E936FA-C608-9755-E6D8-7BC24454160F}"/>
          </ac:spMkLst>
        </pc:spChg>
        <pc:spChg chg="add mod">
          <ac:chgData name="Hernandez, Santiago Andres" userId="359de4d9-d13a-4fba-bf8c-78bf97773866" providerId="ADAL" clId="{8F72324D-BDCE-419D-B21C-9F1D89CF9756}" dt="2026-06-15T19:13:15.053" v="347" actId="1076"/>
          <ac:spMkLst>
            <pc:docMk/>
            <pc:sldMk cId="624755524" sldId="352"/>
            <ac:spMk id="27" creationId="{2D807FB6-405E-83C6-3B16-2625DC63761D}"/>
          </ac:spMkLst>
        </pc:spChg>
        <pc:picChg chg="add del mod">
          <ac:chgData name="Hernandez, Santiago Andres" userId="359de4d9-d13a-4fba-bf8c-78bf97773866" providerId="ADAL" clId="{8F72324D-BDCE-419D-B21C-9F1D89CF9756}" dt="2026-06-15T19:07:21.037" v="235" actId="478"/>
          <ac:picMkLst>
            <pc:docMk/>
            <pc:sldMk cId="624755524" sldId="352"/>
            <ac:picMk id="5" creationId="{1692B034-3ED3-3079-CCC1-3A273058B989}"/>
          </ac:picMkLst>
        </pc:picChg>
        <pc:picChg chg="add mod">
          <ac:chgData name="Hernandez, Santiago Andres" userId="359de4d9-d13a-4fba-bf8c-78bf97773866" providerId="ADAL" clId="{8F72324D-BDCE-419D-B21C-9F1D89CF9756}" dt="2026-06-16T13:01:56.607" v="588" actId="1076"/>
          <ac:picMkLst>
            <pc:docMk/>
            <pc:sldMk cId="624755524" sldId="352"/>
            <ac:picMk id="7" creationId="{E341A63D-E5F2-7D59-52A6-44C31A63D9D9}"/>
          </ac:picMkLst>
        </pc:picChg>
        <pc:picChg chg="add del">
          <ac:chgData name="Hernandez, Santiago Andres" userId="359de4d9-d13a-4fba-bf8c-78bf97773866" providerId="ADAL" clId="{8F72324D-BDCE-419D-B21C-9F1D89CF9756}" dt="2026-06-15T19:06:39.155" v="232" actId="478"/>
          <ac:picMkLst>
            <pc:docMk/>
            <pc:sldMk cId="624755524" sldId="352"/>
            <ac:picMk id="8" creationId="{126E6996-A65D-D300-7264-1D9B9A9EF790}"/>
          </ac:picMkLst>
        </pc:picChg>
        <pc:picChg chg="add mod ord">
          <ac:chgData name="Hernandez, Santiago Andres" userId="359de4d9-d13a-4fba-bf8c-78bf97773866" providerId="ADAL" clId="{8F72324D-BDCE-419D-B21C-9F1D89CF9756}" dt="2026-06-15T19:08:28.318" v="248" actId="1076"/>
          <ac:picMkLst>
            <pc:docMk/>
            <pc:sldMk cId="624755524" sldId="352"/>
            <ac:picMk id="12" creationId="{6EF51E34-F08B-756D-5F2E-B52273851A0C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Importance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Hoja1!$A$2:$A$20</c:f>
              <c:numCache>
                <c:formatCode>General</c:formatCod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xVal>
          <c:yVal>
            <c:numRef>
              <c:f>Hoja1!$C$2:$C$20</c:f>
              <c:numCache>
                <c:formatCode>General</c:formatCode>
                <c:ptCount val="19"/>
                <c:pt idx="0">
                  <c:v>8.4900000000000003E-2</c:v>
                </c:pt>
                <c:pt idx="1">
                  <c:v>4.5699999999999998E-2</c:v>
                </c:pt>
                <c:pt idx="2">
                  <c:v>4.3799999999999999E-2</c:v>
                </c:pt>
                <c:pt idx="3">
                  <c:v>3.4200000000000001E-2</c:v>
                </c:pt>
                <c:pt idx="4">
                  <c:v>2.6100000000000002E-2</c:v>
                </c:pt>
                <c:pt idx="5">
                  <c:v>2.2499999999999999E-2</c:v>
                </c:pt>
                <c:pt idx="6">
                  <c:v>2.24E-2</c:v>
                </c:pt>
                <c:pt idx="7">
                  <c:v>2.2800000000000001E-2</c:v>
                </c:pt>
                <c:pt idx="8">
                  <c:v>0.02</c:v>
                </c:pt>
                <c:pt idx="9">
                  <c:v>1.9099999999999999E-2</c:v>
                </c:pt>
                <c:pt idx="10">
                  <c:v>1.8800000000000001E-2</c:v>
                </c:pt>
                <c:pt idx="11">
                  <c:v>1.8100000000000002E-2</c:v>
                </c:pt>
                <c:pt idx="12">
                  <c:v>1.6E-2</c:v>
                </c:pt>
                <c:pt idx="13">
                  <c:v>1.4999999999999999E-2</c:v>
                </c:pt>
                <c:pt idx="14">
                  <c:v>0.01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8BF-4326-A522-9792A74225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9490248"/>
        <c:axId val="649498168"/>
      </c:scatterChart>
      <c:valAx>
        <c:axId val="6494902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PE"/>
                  <a:t>Ranking</a:t>
                </a:r>
                <a:r>
                  <a:rPr lang="es-PE" baseline="0"/>
                  <a:t> de variable (top 15)</a:t>
                </a:r>
                <a:endParaRPr lang="es-PE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649498168"/>
        <c:crosses val="autoZero"/>
        <c:crossBetween val="midCat"/>
      </c:valAx>
      <c:valAx>
        <c:axId val="6494981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6494902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BD727-AA33-460D-BEB3-1016E3EC1957}" type="datetimeFigureOut">
              <a:rPr lang="es-PE" smtClean="0"/>
              <a:t>15/06/2026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4EEA0-70A4-4E27-A122-D3DB103B40E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41457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55B95-455F-4E66-9383-3D3E16BF8DDF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82705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55B95-455F-4E66-9383-3D3E16BF8DDF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15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59503-6C8B-44A5-3611-8185AEAD6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243A2-F66A-8C00-4A34-54E34FB24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59DEEA-F067-9CF9-9306-796289EF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15/06/2026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BBC394-5172-265C-DC52-010D72EB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20AC0F-D013-7827-1C7A-4761EF8D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0447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3F9D7-6FA6-F620-0202-8C6EACB0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182EF1-8A4A-7591-993E-82D24D28C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DFF2A2-A7CC-E5B1-FD28-D6B401FE4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15/06/2026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C64B74-BCCA-A11E-82F1-422D50D87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D8213A-9931-01F4-1353-1C06C7D9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0868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24ABF-0D6D-47F9-19B4-4F3F4647B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616FA9-2C3F-24BF-B5EB-E401ECF0C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43069B-5893-D37A-A7FF-A8F90A3D2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15/06/2026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0A7D7A-8306-257C-2D86-304257DB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B9DF20-3A78-B65D-3588-8C3B5D29F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9646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2E7C3-61A7-9C16-0E03-C80B87AA5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AD42D5-8EFB-214F-619A-00A076255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B33AC89-21D2-61F2-94F7-58E872796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1576E3-FD65-699E-81BE-0B180C278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15/06/2026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9F2418-1C3F-27B4-7AE2-DC83BF5A2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28AB4D-CA65-48B2-B227-26D44A2C0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7208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2DF56-1CF7-A732-F445-D0D01A1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4C3D7F-974F-1982-966F-F5F020413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268664-D1B1-634B-BE32-B0647B86A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25515F-90BF-D9F9-6877-4B96AC51E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13DBD96-3198-FE6E-7A23-515E61F38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35C9B4C-B8BE-50A0-C3A1-21D999EC1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15/06/2026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1F67092-81DC-1E40-3C8E-B17D5A27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4B4204-C0B0-82B4-E420-2B7E9BC81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820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BBDFB-CC80-31DE-5F57-63A909FBD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647C40B-E215-88C0-ADFB-0ED120D9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15/06/2026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7A33F6C-C2A5-5A3F-9E69-7ABD9348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AB3F2F-1B99-C132-80C2-5C167181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752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4176BDE-0A28-59FC-C850-8BB3B257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15/06/2026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3F0F8DE-1BE4-D543-CBFB-9B1085FA8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B388FE-A273-DFC0-7813-409178FE3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21882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225F2-792E-ECCA-9ED9-11D5F0E1E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373735-77CB-6B0A-C0D2-84209D74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AE4961-2189-4FB8-C38C-969101CAE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D299DA-F886-8E91-0C37-E5D40BAA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15/06/2026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09A86-37D8-5EE6-06CD-4F92389A2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0ABE0B-5097-31D0-B42E-8E4273DCF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26781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1A9C6-3456-84EF-0FF5-747956D5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C2FF5AF-112D-4805-657E-9BCD8C5DE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6D4211-59E0-EF36-E688-21886D071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3A9CBE-EFF1-9AC5-8449-A5017CC6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15/06/2026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8744A4-904D-7EFD-3DCB-D6C57777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18FE0E-858E-BB6D-C00E-8CF613635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2580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0240A-E99B-A679-FEAC-B1B4BEA3C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9A97A6-B8A8-D6AC-667B-DE4A2CD73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F5DCC5-FDDA-86F5-BAA2-E7F42E33D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15/06/2026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892C93-B332-97CA-A5ED-FABF5663D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7AF25-0D59-445C-C938-69F11379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16645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8423A1-DC73-A023-5FC5-0952CC85FC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1D2F22-04EF-E8E4-BB4C-66CC08E9C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766A14-48CE-767C-3209-4173A4332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15/06/2026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9C5091-1D6B-80FF-FFF7-0A3B30C9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8FFBE9-F851-C4A7-6DBC-E0D6CE74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759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_ver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51A84-9BB3-7C26-A4CA-CF46567D57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38400"/>
            <a:ext cx="9144000" cy="1905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2A5C5461-7945-A1EC-B771-683D8FE508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375" y="460375"/>
            <a:ext cx="460375" cy="4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478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3058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54102EA-B88B-C557-C9BD-36CBF1553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9F1AEF-C21D-6D0E-CEED-161CA903C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260B8C-B8AA-49BE-D14C-A3945EDA5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753FD-DA10-4A11-B2BC-335A50143F0B}" type="datetimeFigureOut">
              <a:rPr lang="es-PE" smtClean="0"/>
              <a:t>15/06/2026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C335D-33BD-6129-48BB-80FBE186E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9F4EEE-DCFE-AE54-7C8A-1DF29C1CB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2083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microsoft.com/office/2007/relationships/hdphoto" Target="../media/hdphoto1.wdp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22.png"/><Relationship Id="rId7" Type="http://schemas.openxmlformats.org/officeDocument/2006/relationships/image" Target="../media/image2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F6812-5402-9C8F-2AC8-AD5925584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106706"/>
            <a:ext cx="10479741" cy="1905000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chemeClr val="bg1"/>
                </a:solidFill>
              </a:rPr>
              <a:t>Modelo predictivo PLAFT </a:t>
            </a:r>
            <a:br>
              <a:rPr lang="es-MX" dirty="0"/>
            </a:b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51DE468-A161-DF96-A07E-25D86E37ADCD}"/>
              </a:ext>
            </a:extLst>
          </p:cNvPr>
          <p:cNvSpPr txBox="1"/>
          <p:nvPr/>
        </p:nvSpPr>
        <p:spPr>
          <a:xfrm>
            <a:off x="1102659" y="3136612"/>
            <a:ext cx="95655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Segmento PN Masivo</a:t>
            </a:r>
            <a:endParaRPr lang="es-PE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C942764-A464-E93E-96D8-EE2534E137F1}"/>
              </a:ext>
            </a:extLst>
          </p:cNvPr>
          <p:cNvSpPr txBox="1"/>
          <p:nvPr/>
        </p:nvSpPr>
        <p:spPr>
          <a:xfrm>
            <a:off x="-89114" y="487233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Junio 2026</a:t>
            </a:r>
            <a:endParaRPr lang="es-PE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717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FC4F-CB3C-C36D-EBCC-3FEC674C3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Rectángulo">
            <a:extLst>
              <a:ext uri="{FF2B5EF4-FFF2-40B4-BE49-F238E27FC236}">
                <a16:creationId xmlns:a16="http://schemas.microsoft.com/office/drawing/2014/main" id="{BCD2F6F6-B823-426A-DB3A-54BE9717179A}"/>
              </a:ext>
            </a:extLst>
          </p:cNvPr>
          <p:cNvSpPr/>
          <p:nvPr/>
        </p:nvSpPr>
        <p:spPr>
          <a:xfrm>
            <a:off x="4268656" y="1001855"/>
            <a:ext cx="4121116" cy="504000"/>
          </a:xfrm>
          <a:prstGeom prst="rect">
            <a:avLst/>
          </a:prstGeom>
          <a:solidFill>
            <a:srgbClr val="00D03C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465" tIns="34289" rIns="68465" bIns="34289" rtlCol="0" anchor="ctr"/>
          <a:lstStyle/>
          <a:p>
            <a:pPr marL="0" marR="0" lvl="0" indent="0" algn="ctr" defTabSz="6844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Resultados</a:t>
            </a:r>
          </a:p>
        </p:txBody>
      </p:sp>
      <p:sp>
        <p:nvSpPr>
          <p:cNvPr id="3" name="10 Rectángulo">
            <a:extLst>
              <a:ext uri="{FF2B5EF4-FFF2-40B4-BE49-F238E27FC236}">
                <a16:creationId xmlns:a16="http://schemas.microsoft.com/office/drawing/2014/main" id="{EAFB92FD-8A4E-7B15-6B45-A9F3DA767D40}"/>
              </a:ext>
            </a:extLst>
          </p:cNvPr>
          <p:cNvSpPr/>
          <p:nvPr/>
        </p:nvSpPr>
        <p:spPr>
          <a:xfrm>
            <a:off x="4279861" y="1540968"/>
            <a:ext cx="4121116" cy="457279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t" anchorCtr="0"/>
          <a:lstStyle/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,Sans-Serif"/>
              <a:buChar char="•"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Arial"/>
            </a:endParaRPr>
          </a:p>
        </p:txBody>
      </p:sp>
      <p:sp>
        <p:nvSpPr>
          <p:cNvPr id="4" name="8 Rectángulo">
            <a:extLst>
              <a:ext uri="{FF2B5EF4-FFF2-40B4-BE49-F238E27FC236}">
                <a16:creationId xmlns:a16="http://schemas.microsoft.com/office/drawing/2014/main" id="{EBEF080C-ECB6-DC99-7B66-0CFC11C54B7F}"/>
              </a:ext>
            </a:extLst>
          </p:cNvPr>
          <p:cNvSpPr/>
          <p:nvPr/>
        </p:nvSpPr>
        <p:spPr>
          <a:xfrm>
            <a:off x="8501499" y="990120"/>
            <a:ext cx="3602480" cy="504000"/>
          </a:xfrm>
          <a:prstGeom prst="rect">
            <a:avLst/>
          </a:prstGeom>
          <a:solidFill>
            <a:srgbClr val="00D03C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465" tIns="34289" rIns="68465" bIns="34289" rtlCol="0" anchor="ctr"/>
          <a:lstStyle/>
          <a:p>
            <a:pPr marL="0" marR="0" lvl="0" indent="0" algn="ctr" defTabSz="6844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Limitaciones</a:t>
            </a:r>
          </a:p>
        </p:txBody>
      </p:sp>
      <p:sp>
        <p:nvSpPr>
          <p:cNvPr id="8" name="Rectángulo 1041">
            <a:extLst>
              <a:ext uri="{FF2B5EF4-FFF2-40B4-BE49-F238E27FC236}">
                <a16:creationId xmlns:a16="http://schemas.microsoft.com/office/drawing/2014/main" id="{5E3088B0-09BD-74A0-80B5-F92262D4169B}"/>
              </a:ext>
            </a:extLst>
          </p:cNvPr>
          <p:cNvSpPr/>
          <p:nvPr/>
        </p:nvSpPr>
        <p:spPr>
          <a:xfrm>
            <a:off x="4998041" y="2048025"/>
            <a:ext cx="1523241" cy="27699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  <a:t>Entrenamiento</a:t>
            </a: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9" name="Rectángulo: una sola esquina redondeada 1042">
            <a:extLst>
              <a:ext uri="{FF2B5EF4-FFF2-40B4-BE49-F238E27FC236}">
                <a16:creationId xmlns:a16="http://schemas.microsoft.com/office/drawing/2014/main" id="{D87B1B9F-A9BB-2D8D-09E7-49F6B1C3D653}"/>
              </a:ext>
            </a:extLst>
          </p:cNvPr>
          <p:cNvSpPr/>
          <p:nvPr/>
        </p:nvSpPr>
        <p:spPr>
          <a:xfrm>
            <a:off x="4966892" y="2050619"/>
            <a:ext cx="45719" cy="274714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Elipse 1043">
            <a:extLst>
              <a:ext uri="{FF2B5EF4-FFF2-40B4-BE49-F238E27FC236}">
                <a16:creationId xmlns:a16="http://schemas.microsoft.com/office/drawing/2014/main" id="{7F25ADEC-B119-C849-EBFF-58646A047BA9}"/>
              </a:ext>
            </a:extLst>
          </p:cNvPr>
          <p:cNvSpPr/>
          <p:nvPr/>
        </p:nvSpPr>
        <p:spPr>
          <a:xfrm>
            <a:off x="6577646" y="2096414"/>
            <a:ext cx="146295" cy="1446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Conector recto 1045">
            <a:extLst>
              <a:ext uri="{FF2B5EF4-FFF2-40B4-BE49-F238E27FC236}">
                <a16:creationId xmlns:a16="http://schemas.microsoft.com/office/drawing/2014/main" id="{47C8ADAE-8A95-D791-E502-7A050A6C92D3}"/>
              </a:ext>
            </a:extLst>
          </p:cNvPr>
          <p:cNvCxnSpPr>
            <a:cxnSpLocks/>
          </p:cNvCxnSpPr>
          <p:nvPr/>
        </p:nvCxnSpPr>
        <p:spPr>
          <a:xfrm flipV="1">
            <a:off x="6723941" y="2166796"/>
            <a:ext cx="261708" cy="1932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Freeform 29">
            <a:extLst>
              <a:ext uri="{FF2B5EF4-FFF2-40B4-BE49-F238E27FC236}">
                <a16:creationId xmlns:a16="http://schemas.microsoft.com/office/drawing/2014/main" id="{209297FD-E522-B3D7-4E80-2460D59BD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9008" y="1562307"/>
            <a:ext cx="718513" cy="897158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34290" tIns="17145" rIns="34290" bIns="17145" anchor="ctr"/>
          <a:lstStyle>
            <a:defPPr>
              <a:defRPr lang="ru-RU"/>
            </a:defPPr>
            <a:lvl1pPr marL="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0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017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526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034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543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051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06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CuadroTexto 1063">
            <a:extLst>
              <a:ext uri="{FF2B5EF4-FFF2-40B4-BE49-F238E27FC236}">
                <a16:creationId xmlns:a16="http://schemas.microsoft.com/office/drawing/2014/main" id="{393805AA-74B1-4A36-7D36-1CC08FB7CFAF}"/>
              </a:ext>
            </a:extLst>
          </p:cNvPr>
          <p:cNvSpPr txBox="1"/>
          <p:nvPr/>
        </p:nvSpPr>
        <p:spPr>
          <a:xfrm>
            <a:off x="6919246" y="1984074"/>
            <a:ext cx="106572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90%</a:t>
            </a: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srgbClr val="08BD4F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37" name="Rectángulo 1065">
            <a:extLst>
              <a:ext uri="{FF2B5EF4-FFF2-40B4-BE49-F238E27FC236}">
                <a16:creationId xmlns:a16="http://schemas.microsoft.com/office/drawing/2014/main" id="{E0705B27-F8F0-A21A-697C-22EC3398E073}"/>
              </a:ext>
            </a:extLst>
          </p:cNvPr>
          <p:cNvSpPr/>
          <p:nvPr/>
        </p:nvSpPr>
        <p:spPr>
          <a:xfrm>
            <a:off x="4998041" y="2871927"/>
            <a:ext cx="1523241" cy="40011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/>
                <a:ea typeface="Geometria" panose="020B0503020204020204" pitchFamily="34" charset="0"/>
                <a:cs typeface="+mn-cs"/>
              </a:rPr>
              <a:t>Backtest</a:t>
            </a:r>
            <a:b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</a:b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/>
                <a:ea typeface="Geometria" panose="020B0503020204020204" pitchFamily="34" charset="0"/>
                <a:cs typeface="+mn-cs"/>
              </a:rPr>
              <a:t>(3 meses OOT)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38" name="Rectángulo: una sola esquina redondeada 1066">
            <a:extLst>
              <a:ext uri="{FF2B5EF4-FFF2-40B4-BE49-F238E27FC236}">
                <a16:creationId xmlns:a16="http://schemas.microsoft.com/office/drawing/2014/main" id="{165E4A05-4953-DFC8-7576-CF93848806D6}"/>
              </a:ext>
            </a:extLst>
          </p:cNvPr>
          <p:cNvSpPr/>
          <p:nvPr/>
        </p:nvSpPr>
        <p:spPr>
          <a:xfrm>
            <a:off x="4966892" y="2874521"/>
            <a:ext cx="45719" cy="396000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Elipse 1067">
            <a:extLst>
              <a:ext uri="{FF2B5EF4-FFF2-40B4-BE49-F238E27FC236}">
                <a16:creationId xmlns:a16="http://schemas.microsoft.com/office/drawing/2014/main" id="{E569392C-11D0-874E-9781-02B6E1272007}"/>
              </a:ext>
            </a:extLst>
          </p:cNvPr>
          <p:cNvSpPr/>
          <p:nvPr/>
        </p:nvSpPr>
        <p:spPr>
          <a:xfrm>
            <a:off x="6569309" y="2993526"/>
            <a:ext cx="146295" cy="1446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Conector recto 1068">
            <a:extLst>
              <a:ext uri="{FF2B5EF4-FFF2-40B4-BE49-F238E27FC236}">
                <a16:creationId xmlns:a16="http://schemas.microsoft.com/office/drawing/2014/main" id="{C5505928-1EC6-C1F1-F2F3-3E31C5ABE086}"/>
              </a:ext>
            </a:extLst>
          </p:cNvPr>
          <p:cNvCxnSpPr>
            <a:cxnSpLocks/>
          </p:cNvCxnSpPr>
          <p:nvPr/>
        </p:nvCxnSpPr>
        <p:spPr>
          <a:xfrm flipV="1">
            <a:off x="6715604" y="3063383"/>
            <a:ext cx="234933" cy="2457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Freeform 29">
            <a:extLst>
              <a:ext uri="{FF2B5EF4-FFF2-40B4-BE49-F238E27FC236}">
                <a16:creationId xmlns:a16="http://schemas.microsoft.com/office/drawing/2014/main" id="{20EE96FE-90F9-8F03-9FDF-1E6C47913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3642" y="2568283"/>
            <a:ext cx="389242" cy="411403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34290" tIns="17145" rIns="34290" bIns="17145" anchor="ctr"/>
          <a:lstStyle>
            <a:defPPr>
              <a:defRPr lang="ru-RU"/>
            </a:defPPr>
            <a:lvl1pPr marL="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0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017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526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034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543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051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06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CuadroTexto 1081">
            <a:extLst>
              <a:ext uri="{FF2B5EF4-FFF2-40B4-BE49-F238E27FC236}">
                <a16:creationId xmlns:a16="http://schemas.microsoft.com/office/drawing/2014/main" id="{40DAA150-0A69-2C31-DA51-64DF4FD138E4}"/>
              </a:ext>
            </a:extLst>
          </p:cNvPr>
          <p:cNvSpPr txBox="1"/>
          <p:nvPr/>
        </p:nvSpPr>
        <p:spPr>
          <a:xfrm>
            <a:off x="6920447" y="2893681"/>
            <a:ext cx="106572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8</a:t>
            </a:r>
            <a:r>
              <a:rPr lang="es-ES" dirty="0">
                <a:solidFill>
                  <a:srgbClr val="08BD4F"/>
                </a:solidFill>
                <a:latin typeface="Geometria Medium"/>
              </a:rPr>
              <a:t>8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%</a:t>
            </a: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srgbClr val="08BD4F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43" name="Rectángulo 1082">
            <a:extLst>
              <a:ext uri="{FF2B5EF4-FFF2-40B4-BE49-F238E27FC236}">
                <a16:creationId xmlns:a16="http://schemas.microsoft.com/office/drawing/2014/main" id="{E8838777-1D63-0D7F-4BF0-FA550DB25A82}"/>
              </a:ext>
            </a:extLst>
          </p:cNvPr>
          <p:cNvSpPr/>
          <p:nvPr/>
        </p:nvSpPr>
        <p:spPr>
          <a:xfrm>
            <a:off x="4916066" y="3411368"/>
            <a:ext cx="286403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 w="0"/>
                <a:solidFill>
                  <a:srgbClr val="196B2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Poppins"/>
                <a:ea typeface="+mn-ea"/>
                <a:cs typeface="Poppins"/>
              </a:rPr>
              <a:t>Calidad</a:t>
            </a:r>
            <a:r>
              <a:rPr kumimoji="0" lang="es-ES" sz="2400" b="0" i="0" u="none" strike="noStrike" kern="1200" cap="none" spc="0" normalizeH="0" baseline="0" noProof="0" dirty="0">
                <a:ln w="0"/>
                <a:solidFill>
                  <a:srgbClr val="08BD4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Poppins"/>
                <a:ea typeface="+mn-ea"/>
                <a:cs typeface="Poppins"/>
              </a:rPr>
              <a:t> Satisfactorio</a:t>
            </a:r>
          </a:p>
        </p:txBody>
      </p:sp>
      <p:sp>
        <p:nvSpPr>
          <p:cNvPr id="56" name="Rectángulo 1130">
            <a:extLst>
              <a:ext uri="{FF2B5EF4-FFF2-40B4-BE49-F238E27FC236}">
                <a16:creationId xmlns:a16="http://schemas.microsoft.com/office/drawing/2014/main" id="{F5F502F5-2FEF-DAAA-F597-7B2AA5932CEA}"/>
              </a:ext>
            </a:extLst>
          </p:cNvPr>
          <p:cNvSpPr/>
          <p:nvPr/>
        </p:nvSpPr>
        <p:spPr>
          <a:xfrm>
            <a:off x="4476726" y="4309797"/>
            <a:ext cx="299312" cy="154566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  <a:t>Fuentes</a:t>
            </a:r>
            <a:endParaRPr kumimoji="0" lang="es-PE" sz="1100" b="0" i="0" u="none" strike="noStrike" kern="120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57" name="Rectángulo: una sola esquina redondeada 1131">
            <a:extLst>
              <a:ext uri="{FF2B5EF4-FFF2-40B4-BE49-F238E27FC236}">
                <a16:creationId xmlns:a16="http://schemas.microsoft.com/office/drawing/2014/main" id="{FF65305D-1D6A-1F9C-D5DA-D1D534B92985}"/>
              </a:ext>
            </a:extLst>
          </p:cNvPr>
          <p:cNvSpPr/>
          <p:nvPr/>
        </p:nvSpPr>
        <p:spPr>
          <a:xfrm>
            <a:off x="4443036" y="4334797"/>
            <a:ext cx="45719" cy="1538844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ángulo 1132">
            <a:extLst>
              <a:ext uri="{FF2B5EF4-FFF2-40B4-BE49-F238E27FC236}">
                <a16:creationId xmlns:a16="http://schemas.microsoft.com/office/drawing/2014/main" id="{7179425D-AE03-30B5-63BF-FE55DC1A7D7D}"/>
              </a:ext>
            </a:extLst>
          </p:cNvPr>
          <p:cNvSpPr/>
          <p:nvPr/>
        </p:nvSpPr>
        <p:spPr>
          <a:xfrm>
            <a:off x="4393427" y="3981703"/>
            <a:ext cx="3886542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ángulo 2">
            <a:extLst>
              <a:ext uri="{FF2B5EF4-FFF2-40B4-BE49-F238E27FC236}">
                <a16:creationId xmlns:a16="http://schemas.microsoft.com/office/drawing/2014/main" id="{CE8E92A9-95C9-CD93-F340-BB560F67F437}"/>
              </a:ext>
            </a:extLst>
          </p:cNvPr>
          <p:cNvSpPr/>
          <p:nvPr/>
        </p:nvSpPr>
        <p:spPr>
          <a:xfrm>
            <a:off x="351642" y="4940089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ángulo: una sola esquina redondeada 3">
            <a:extLst>
              <a:ext uri="{FF2B5EF4-FFF2-40B4-BE49-F238E27FC236}">
                <a16:creationId xmlns:a16="http://schemas.microsoft.com/office/drawing/2014/main" id="{0338B31E-F684-A1CB-4AC8-6DB62966432A}"/>
              </a:ext>
            </a:extLst>
          </p:cNvPr>
          <p:cNvSpPr/>
          <p:nvPr/>
        </p:nvSpPr>
        <p:spPr>
          <a:xfrm>
            <a:off x="293262" y="4944830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ángulo 9">
            <a:extLst>
              <a:ext uri="{FF2B5EF4-FFF2-40B4-BE49-F238E27FC236}">
                <a16:creationId xmlns:a16="http://schemas.microsoft.com/office/drawing/2014/main" id="{5108C851-3D00-F36E-1F1A-84AC3AB345F0}"/>
              </a:ext>
            </a:extLst>
          </p:cNvPr>
          <p:cNvSpPr/>
          <p:nvPr/>
        </p:nvSpPr>
        <p:spPr>
          <a:xfrm>
            <a:off x="352473" y="3826206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ángulo: una sola esquina redondeada 14">
            <a:extLst>
              <a:ext uri="{FF2B5EF4-FFF2-40B4-BE49-F238E27FC236}">
                <a16:creationId xmlns:a16="http://schemas.microsoft.com/office/drawing/2014/main" id="{9CD414C7-B4FD-AC80-99F1-F0FCB1984161}"/>
              </a:ext>
            </a:extLst>
          </p:cNvPr>
          <p:cNvSpPr/>
          <p:nvPr/>
        </p:nvSpPr>
        <p:spPr>
          <a:xfrm>
            <a:off x="294093" y="3830947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ángulo 15">
            <a:extLst>
              <a:ext uri="{FF2B5EF4-FFF2-40B4-BE49-F238E27FC236}">
                <a16:creationId xmlns:a16="http://schemas.microsoft.com/office/drawing/2014/main" id="{62B41E9B-5674-5CA5-198B-0100E5C0247C}"/>
              </a:ext>
            </a:extLst>
          </p:cNvPr>
          <p:cNvSpPr/>
          <p:nvPr/>
        </p:nvSpPr>
        <p:spPr>
          <a:xfrm>
            <a:off x="352473" y="2692022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ángulo: una sola esquina redondeada 16">
            <a:extLst>
              <a:ext uri="{FF2B5EF4-FFF2-40B4-BE49-F238E27FC236}">
                <a16:creationId xmlns:a16="http://schemas.microsoft.com/office/drawing/2014/main" id="{A1579D2D-40AC-A94D-A6A6-EA996C52B12E}"/>
              </a:ext>
            </a:extLst>
          </p:cNvPr>
          <p:cNvSpPr/>
          <p:nvPr/>
        </p:nvSpPr>
        <p:spPr>
          <a:xfrm>
            <a:off x="294093" y="2696763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ángulo 17">
            <a:extLst>
              <a:ext uri="{FF2B5EF4-FFF2-40B4-BE49-F238E27FC236}">
                <a16:creationId xmlns:a16="http://schemas.microsoft.com/office/drawing/2014/main" id="{63222806-F663-9A19-D2DE-89676C0C4369}"/>
              </a:ext>
            </a:extLst>
          </p:cNvPr>
          <p:cNvSpPr/>
          <p:nvPr/>
        </p:nvSpPr>
        <p:spPr>
          <a:xfrm>
            <a:off x="361167" y="1576816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9 Rectángulo">
            <a:extLst>
              <a:ext uri="{FF2B5EF4-FFF2-40B4-BE49-F238E27FC236}">
                <a16:creationId xmlns:a16="http://schemas.microsoft.com/office/drawing/2014/main" id="{6A6AEF72-7742-ABB9-94D5-FDCA25C9E35C}"/>
              </a:ext>
            </a:extLst>
          </p:cNvPr>
          <p:cNvSpPr/>
          <p:nvPr/>
        </p:nvSpPr>
        <p:spPr>
          <a:xfrm>
            <a:off x="111184" y="1001855"/>
            <a:ext cx="3935913" cy="504000"/>
          </a:xfrm>
          <a:prstGeom prst="rect">
            <a:avLst/>
          </a:prstGeom>
          <a:solidFill>
            <a:srgbClr val="00D03C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lIns="68465" tIns="34289" rIns="68465" bIns="34289" rtlCol="0" anchor="ctr"/>
          <a:lstStyle/>
          <a:p>
            <a:pPr marL="0" marR="0" lvl="0" indent="0" algn="ctr" defTabSz="684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Ficha técnica</a:t>
            </a:r>
          </a:p>
        </p:txBody>
      </p:sp>
      <p:sp>
        <p:nvSpPr>
          <p:cNvPr id="67" name="11 Rectángulo">
            <a:extLst>
              <a:ext uri="{FF2B5EF4-FFF2-40B4-BE49-F238E27FC236}">
                <a16:creationId xmlns:a16="http://schemas.microsoft.com/office/drawing/2014/main" id="{69A0932F-6F3C-52E8-06EB-2B2BEDF82C89}"/>
              </a:ext>
            </a:extLst>
          </p:cNvPr>
          <p:cNvSpPr/>
          <p:nvPr/>
        </p:nvSpPr>
        <p:spPr>
          <a:xfrm>
            <a:off x="111184" y="1505853"/>
            <a:ext cx="3935913" cy="4561403"/>
          </a:xfrm>
          <a:prstGeom prst="rect">
            <a:avLst/>
          </a:prstGeom>
          <a:noFill/>
          <a:ln w="635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lIns="72000" tIns="0" rIns="72000" bIns="0" rtlCol="0" anchor="t" anchorCtr="0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CuadroTexto 21">
            <a:extLst>
              <a:ext uri="{FF2B5EF4-FFF2-40B4-BE49-F238E27FC236}">
                <a16:creationId xmlns:a16="http://schemas.microsoft.com/office/drawing/2014/main" id="{4631C449-3939-54F4-D932-123A776851B1}"/>
              </a:ext>
            </a:extLst>
          </p:cNvPr>
          <p:cNvSpPr txBox="1"/>
          <p:nvPr/>
        </p:nvSpPr>
        <p:spPr>
          <a:xfrm>
            <a:off x="171671" y="2336915"/>
            <a:ext cx="1224000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120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 Bold"/>
                <a:ea typeface="+mn-ea"/>
                <a:cs typeface="Poppins Bold"/>
              </a:rPr>
              <a:t>Población</a:t>
            </a:r>
          </a:p>
        </p:txBody>
      </p:sp>
      <p:sp>
        <p:nvSpPr>
          <p:cNvPr id="69" name="Rectángulo 22">
            <a:extLst>
              <a:ext uri="{FF2B5EF4-FFF2-40B4-BE49-F238E27FC236}">
                <a16:creationId xmlns:a16="http://schemas.microsoft.com/office/drawing/2014/main" id="{4557B75D-5336-E4C1-6A16-06888320E89C}"/>
              </a:ext>
            </a:extLst>
          </p:cNvPr>
          <p:cNvSpPr/>
          <p:nvPr/>
        </p:nvSpPr>
        <p:spPr>
          <a:xfrm>
            <a:off x="1361640" y="1755548"/>
            <a:ext cx="20866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0" name="Rectángulo 23">
            <a:extLst>
              <a:ext uri="{FF2B5EF4-FFF2-40B4-BE49-F238E27FC236}">
                <a16:creationId xmlns:a16="http://schemas.microsoft.com/office/drawing/2014/main" id="{FB1949B7-66CD-D49D-780B-3C992781DF34}"/>
              </a:ext>
            </a:extLst>
          </p:cNvPr>
          <p:cNvSpPr/>
          <p:nvPr/>
        </p:nvSpPr>
        <p:spPr>
          <a:xfrm>
            <a:off x="1230287" y="1838301"/>
            <a:ext cx="2634056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Persona Natural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dirty="0">
                <a:solidFill>
                  <a:srgbClr val="0038A6"/>
                </a:solidFill>
                <a:latin typeface="Poppins"/>
                <a:cs typeface="Arial"/>
              </a:rPr>
              <a:t>Masivo</a:t>
            </a: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Arial"/>
            </a:endParaRPr>
          </a:p>
        </p:txBody>
      </p:sp>
      <p:pic>
        <p:nvPicPr>
          <p:cNvPr id="71" name="Picture 2" descr="Machine learning icon artificial intelligence Vector Image">
            <a:extLst>
              <a:ext uri="{FF2B5EF4-FFF2-40B4-BE49-F238E27FC236}">
                <a16:creationId xmlns:a16="http://schemas.microsoft.com/office/drawing/2014/main" id="{E49EB01D-928F-8A87-346A-7ED5FF6367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1" t="13144" r="18671" b="38124"/>
          <a:stretch/>
        </p:blipFill>
        <p:spPr bwMode="auto">
          <a:xfrm>
            <a:off x="508779" y="5105500"/>
            <a:ext cx="549784" cy="48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CuadroTexto 26">
            <a:extLst>
              <a:ext uri="{FF2B5EF4-FFF2-40B4-BE49-F238E27FC236}">
                <a16:creationId xmlns:a16="http://schemas.microsoft.com/office/drawing/2014/main" id="{ECFF0B6B-9EA8-064B-12CC-CE66F7466ADD}"/>
              </a:ext>
            </a:extLst>
          </p:cNvPr>
          <p:cNvSpPr txBox="1"/>
          <p:nvPr/>
        </p:nvSpPr>
        <p:spPr>
          <a:xfrm>
            <a:off x="216668" y="3306770"/>
            <a:ext cx="1116000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Variable Objetivo</a:t>
            </a:r>
          </a:p>
        </p:txBody>
      </p:sp>
      <p:pic>
        <p:nvPicPr>
          <p:cNvPr id="73" name="Gráfico 111" descr="Diana con relleno sólido">
            <a:extLst>
              <a:ext uri="{FF2B5EF4-FFF2-40B4-BE49-F238E27FC236}">
                <a16:creationId xmlns:a16="http://schemas.microsoft.com/office/drawing/2014/main" id="{98AEC450-B94F-8A3B-7EC4-8F430B602DC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7769" y="2741420"/>
            <a:ext cx="596707" cy="596707"/>
          </a:xfrm>
          <a:prstGeom prst="rect">
            <a:avLst/>
          </a:prstGeom>
        </p:spPr>
      </p:pic>
      <p:sp>
        <p:nvSpPr>
          <p:cNvPr id="74" name="Rectángulo 29">
            <a:extLst>
              <a:ext uri="{FF2B5EF4-FFF2-40B4-BE49-F238E27FC236}">
                <a16:creationId xmlns:a16="http://schemas.microsoft.com/office/drawing/2014/main" id="{C336FFF2-4B5A-6BAE-EF57-8E50DFCC9C4F}"/>
              </a:ext>
            </a:extLst>
          </p:cNvPr>
          <p:cNvSpPr/>
          <p:nvPr/>
        </p:nvSpPr>
        <p:spPr>
          <a:xfrm>
            <a:off x="1190746" y="2891628"/>
            <a:ext cx="26735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Horizonte en 30 días: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Alertas con riesgo identificadas por el equipo de monitoreo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Arial"/>
            </a:endParaRPr>
          </a:p>
        </p:txBody>
      </p:sp>
      <p:pic>
        <p:nvPicPr>
          <p:cNvPr id="75" name="Gráfico 30" descr="Hombre con relleno sólido">
            <a:extLst>
              <a:ext uri="{FF2B5EF4-FFF2-40B4-BE49-F238E27FC236}">
                <a16:creationId xmlns:a16="http://schemas.microsoft.com/office/drawing/2014/main" id="{6842244A-9A13-432F-6191-001F5CD723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235" y="1714205"/>
            <a:ext cx="641777" cy="641777"/>
          </a:xfrm>
          <a:prstGeom prst="rect">
            <a:avLst/>
          </a:prstGeom>
        </p:spPr>
      </p:pic>
      <p:sp>
        <p:nvSpPr>
          <p:cNvPr id="76" name="CuadroTexto 1143">
            <a:extLst>
              <a:ext uri="{FF2B5EF4-FFF2-40B4-BE49-F238E27FC236}">
                <a16:creationId xmlns:a16="http://schemas.microsoft.com/office/drawing/2014/main" id="{2A7DF34A-4018-42A6-68FF-0BE7F277D929}"/>
              </a:ext>
            </a:extLst>
          </p:cNvPr>
          <p:cNvSpPr txBox="1"/>
          <p:nvPr/>
        </p:nvSpPr>
        <p:spPr>
          <a:xfrm>
            <a:off x="255897" y="5626537"/>
            <a:ext cx="1161104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 Bold"/>
                <a:ea typeface="+mn-ea"/>
                <a:cs typeface="Poppins Bold"/>
              </a:rPr>
              <a:t>Metodología</a:t>
            </a:r>
          </a:p>
        </p:txBody>
      </p:sp>
      <p:sp>
        <p:nvSpPr>
          <p:cNvPr id="77" name="Rectángulo: una sola esquina redondeada 1144">
            <a:extLst>
              <a:ext uri="{FF2B5EF4-FFF2-40B4-BE49-F238E27FC236}">
                <a16:creationId xmlns:a16="http://schemas.microsoft.com/office/drawing/2014/main" id="{355ED737-1906-FF41-86D2-61853839D4D2}"/>
              </a:ext>
            </a:extLst>
          </p:cNvPr>
          <p:cNvSpPr/>
          <p:nvPr/>
        </p:nvSpPr>
        <p:spPr>
          <a:xfrm>
            <a:off x="302787" y="1581557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ángulo 1145">
            <a:extLst>
              <a:ext uri="{FF2B5EF4-FFF2-40B4-BE49-F238E27FC236}">
                <a16:creationId xmlns:a16="http://schemas.microsoft.com/office/drawing/2014/main" id="{9FF84BBC-E8AC-875E-40BD-1552629394BD}"/>
              </a:ext>
            </a:extLst>
          </p:cNvPr>
          <p:cNvSpPr/>
          <p:nvPr/>
        </p:nvSpPr>
        <p:spPr>
          <a:xfrm>
            <a:off x="1384911" y="5174949"/>
            <a:ext cx="2416541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Modelo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de Machine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Learning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XGBoost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79" name="CuadroTexto 42">
            <a:extLst>
              <a:ext uri="{FF2B5EF4-FFF2-40B4-BE49-F238E27FC236}">
                <a16:creationId xmlns:a16="http://schemas.microsoft.com/office/drawing/2014/main" id="{3D12C594-559F-DC31-67EF-80ABBEB2EAEE}"/>
              </a:ext>
            </a:extLst>
          </p:cNvPr>
          <p:cNvSpPr txBox="1"/>
          <p:nvPr/>
        </p:nvSpPr>
        <p:spPr>
          <a:xfrm>
            <a:off x="7097088" y="1575960"/>
            <a:ext cx="70246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Geometria" panose="020B0503020204020204" pitchFamily="34" charset="0"/>
                <a:cs typeface="Poppins"/>
              </a:rPr>
              <a:t>Gini</a:t>
            </a:r>
          </a:p>
        </p:txBody>
      </p:sp>
      <p:pic>
        <p:nvPicPr>
          <p:cNvPr id="80" name="Picture 75" descr="calendar-icon - BCSM">
            <a:extLst>
              <a:ext uri="{FF2B5EF4-FFF2-40B4-BE49-F238E27FC236}">
                <a16:creationId xmlns:a16="http://schemas.microsoft.com/office/drawing/2014/main" id="{20A2B342-FEF1-3D5C-2472-32335AB70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rgbClr val="08BD4F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42" y="3997257"/>
            <a:ext cx="459747" cy="459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CuadroTexto 62">
            <a:extLst>
              <a:ext uri="{FF2B5EF4-FFF2-40B4-BE49-F238E27FC236}">
                <a16:creationId xmlns:a16="http://schemas.microsoft.com/office/drawing/2014/main" id="{2A3C3E4F-CB8B-44E3-64C0-A72531B04EAF}"/>
              </a:ext>
            </a:extLst>
          </p:cNvPr>
          <p:cNvSpPr txBox="1"/>
          <p:nvPr/>
        </p:nvSpPr>
        <p:spPr>
          <a:xfrm>
            <a:off x="338285" y="4473120"/>
            <a:ext cx="89752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Periodos</a:t>
            </a:r>
          </a:p>
        </p:txBody>
      </p:sp>
      <p:sp>
        <p:nvSpPr>
          <p:cNvPr id="82" name="Rectángulo 66">
            <a:extLst>
              <a:ext uri="{FF2B5EF4-FFF2-40B4-BE49-F238E27FC236}">
                <a16:creationId xmlns:a16="http://schemas.microsoft.com/office/drawing/2014/main" id="{83E37E4F-29EE-43F9-81D9-B900B8AEA29E}"/>
              </a:ext>
            </a:extLst>
          </p:cNvPr>
          <p:cNvSpPr/>
          <p:nvPr/>
        </p:nvSpPr>
        <p:spPr>
          <a:xfrm>
            <a:off x="1486721" y="4092273"/>
            <a:ext cx="2168541" cy="56067"/>
          </a:xfrm>
          <a:prstGeom prst="rect">
            <a:avLst/>
          </a:prstGeom>
          <a:solidFill>
            <a:srgbClr val="08BD4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CuadroTexto 71">
            <a:extLst>
              <a:ext uri="{FF2B5EF4-FFF2-40B4-BE49-F238E27FC236}">
                <a16:creationId xmlns:a16="http://schemas.microsoft.com/office/drawing/2014/main" id="{AC1D00B8-42DB-1E13-5AA9-A31FABF7DE20}"/>
              </a:ext>
            </a:extLst>
          </p:cNvPr>
          <p:cNvSpPr txBox="1"/>
          <p:nvPr/>
        </p:nvSpPr>
        <p:spPr>
          <a:xfrm>
            <a:off x="1283638" y="4178411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Ene. 25</a:t>
            </a:r>
          </a:p>
        </p:txBody>
      </p:sp>
      <p:sp>
        <p:nvSpPr>
          <p:cNvPr id="85" name="CuadroTexto 75">
            <a:extLst>
              <a:ext uri="{FF2B5EF4-FFF2-40B4-BE49-F238E27FC236}">
                <a16:creationId xmlns:a16="http://schemas.microsoft.com/office/drawing/2014/main" id="{F7F0F150-A939-B44C-0AC1-3BEFFC8984F7}"/>
              </a:ext>
            </a:extLst>
          </p:cNvPr>
          <p:cNvSpPr txBox="1"/>
          <p:nvPr/>
        </p:nvSpPr>
        <p:spPr>
          <a:xfrm>
            <a:off x="1807071" y="4503006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Train</a:t>
            </a:r>
          </a:p>
        </p:txBody>
      </p:sp>
      <p:sp>
        <p:nvSpPr>
          <p:cNvPr id="86" name="Cerrar llave 76">
            <a:extLst>
              <a:ext uri="{FF2B5EF4-FFF2-40B4-BE49-F238E27FC236}">
                <a16:creationId xmlns:a16="http://schemas.microsoft.com/office/drawing/2014/main" id="{70089CB4-A939-4834-BE32-A3B6F056EC7D}"/>
              </a:ext>
            </a:extLst>
          </p:cNvPr>
          <p:cNvSpPr/>
          <p:nvPr/>
        </p:nvSpPr>
        <p:spPr>
          <a:xfrm rot="16200000" flipH="1">
            <a:off x="1950681" y="3935410"/>
            <a:ext cx="143438" cy="985777"/>
          </a:xfrm>
          <a:prstGeom prst="rightBrace">
            <a:avLst>
              <a:gd name="adj1" fmla="val 44325"/>
              <a:gd name="adj2" fmla="val 50000"/>
            </a:avLst>
          </a:prstGeom>
          <a:noFill/>
          <a:ln w="19050" cap="flat" cmpd="sng" algn="ctr">
            <a:solidFill>
              <a:srgbClr val="EB004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CuadroTexto 78">
            <a:extLst>
              <a:ext uri="{FF2B5EF4-FFF2-40B4-BE49-F238E27FC236}">
                <a16:creationId xmlns:a16="http://schemas.microsoft.com/office/drawing/2014/main" id="{1AE7BEC7-B481-0272-7F61-0D95BC832A32}"/>
              </a:ext>
            </a:extLst>
          </p:cNvPr>
          <p:cNvSpPr txBox="1"/>
          <p:nvPr/>
        </p:nvSpPr>
        <p:spPr>
          <a:xfrm>
            <a:off x="2943012" y="4493031"/>
            <a:ext cx="100405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B</a:t>
            </a:r>
            <a:r>
              <a:rPr kumimoji="0" lang="es-PE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acktest (OOT)</a:t>
            </a:r>
          </a:p>
        </p:txBody>
      </p:sp>
      <p:sp>
        <p:nvSpPr>
          <p:cNvPr id="88" name="CuadroTexto 79">
            <a:extLst>
              <a:ext uri="{FF2B5EF4-FFF2-40B4-BE49-F238E27FC236}">
                <a16:creationId xmlns:a16="http://schemas.microsoft.com/office/drawing/2014/main" id="{30D7FCAE-8AE5-A5A1-5A41-CF59046729D1}"/>
              </a:ext>
            </a:extLst>
          </p:cNvPr>
          <p:cNvSpPr txBox="1"/>
          <p:nvPr/>
        </p:nvSpPr>
        <p:spPr>
          <a:xfrm>
            <a:off x="1773796" y="3892701"/>
            <a:ext cx="68744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800" kern="0" dirty="0">
                <a:solidFill>
                  <a:srgbClr val="FFFFFF">
                    <a:lumMod val="65000"/>
                  </a:srgbClr>
                </a:solidFill>
              </a:rPr>
              <a:t>7</a:t>
            </a:r>
            <a:r>
              <a:rPr kumimoji="0" lang="es-PE" sz="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meses</a:t>
            </a:r>
          </a:p>
        </p:txBody>
      </p:sp>
      <p:sp>
        <p:nvSpPr>
          <p:cNvPr id="89" name="CuadroTexto 80">
            <a:extLst>
              <a:ext uri="{FF2B5EF4-FFF2-40B4-BE49-F238E27FC236}">
                <a16:creationId xmlns:a16="http://schemas.microsoft.com/office/drawing/2014/main" id="{28D902BB-4E97-1EC4-9929-C33083C7F674}"/>
              </a:ext>
            </a:extLst>
          </p:cNvPr>
          <p:cNvSpPr txBox="1"/>
          <p:nvPr/>
        </p:nvSpPr>
        <p:spPr>
          <a:xfrm>
            <a:off x="3019127" y="3899902"/>
            <a:ext cx="68744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1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4 meses</a:t>
            </a:r>
          </a:p>
        </p:txBody>
      </p:sp>
      <p:sp>
        <p:nvSpPr>
          <p:cNvPr id="90" name="CuadroTexto 42">
            <a:extLst>
              <a:ext uri="{FF2B5EF4-FFF2-40B4-BE49-F238E27FC236}">
                <a16:creationId xmlns:a16="http://schemas.microsoft.com/office/drawing/2014/main" id="{D188462A-1E5F-93B9-501B-FF71361B63FA}"/>
              </a:ext>
            </a:extLst>
          </p:cNvPr>
          <p:cNvSpPr txBox="1"/>
          <p:nvPr/>
        </p:nvSpPr>
        <p:spPr>
          <a:xfrm>
            <a:off x="2943012" y="4132428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Oct25</a:t>
            </a:r>
          </a:p>
        </p:txBody>
      </p:sp>
      <p:sp>
        <p:nvSpPr>
          <p:cNvPr id="91" name="Cerrar llave 76">
            <a:extLst>
              <a:ext uri="{FF2B5EF4-FFF2-40B4-BE49-F238E27FC236}">
                <a16:creationId xmlns:a16="http://schemas.microsoft.com/office/drawing/2014/main" id="{2251E806-0A4A-8532-073F-DE90D3A34443}"/>
              </a:ext>
            </a:extLst>
          </p:cNvPr>
          <p:cNvSpPr/>
          <p:nvPr/>
        </p:nvSpPr>
        <p:spPr>
          <a:xfrm rot="16200000" flipH="1">
            <a:off x="3407716" y="4083054"/>
            <a:ext cx="135832" cy="675274"/>
          </a:xfrm>
          <a:prstGeom prst="rightBrace">
            <a:avLst>
              <a:gd name="adj1" fmla="val 44325"/>
              <a:gd name="adj2" fmla="val 50000"/>
            </a:avLst>
          </a:prstGeom>
          <a:noFill/>
          <a:ln w="19050" cap="flat" cmpd="sng" algn="ctr">
            <a:solidFill>
              <a:srgbClr val="EB004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CuadroTexto 72">
            <a:extLst>
              <a:ext uri="{FF2B5EF4-FFF2-40B4-BE49-F238E27FC236}">
                <a16:creationId xmlns:a16="http://schemas.microsoft.com/office/drawing/2014/main" id="{2F210863-1416-7F39-0772-0636FCE9956F}"/>
              </a:ext>
            </a:extLst>
          </p:cNvPr>
          <p:cNvSpPr txBox="1"/>
          <p:nvPr/>
        </p:nvSpPr>
        <p:spPr>
          <a:xfrm>
            <a:off x="2116406" y="4163136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Jul 25</a:t>
            </a:r>
          </a:p>
        </p:txBody>
      </p:sp>
      <p:sp>
        <p:nvSpPr>
          <p:cNvPr id="95" name="Rectángulo 1041">
            <a:extLst>
              <a:ext uri="{FF2B5EF4-FFF2-40B4-BE49-F238E27FC236}">
                <a16:creationId xmlns:a16="http://schemas.microsoft.com/office/drawing/2014/main" id="{0683EDAC-E509-4D36-4EB8-D56E55DBC289}"/>
              </a:ext>
            </a:extLst>
          </p:cNvPr>
          <p:cNvSpPr/>
          <p:nvPr/>
        </p:nvSpPr>
        <p:spPr>
          <a:xfrm>
            <a:off x="5007002" y="2478329"/>
            <a:ext cx="1523241" cy="27699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  <a:t>Validación</a:t>
            </a: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96" name="Rectángulo: una sola esquina redondeada 1042">
            <a:extLst>
              <a:ext uri="{FF2B5EF4-FFF2-40B4-BE49-F238E27FC236}">
                <a16:creationId xmlns:a16="http://schemas.microsoft.com/office/drawing/2014/main" id="{CA6D2E5A-1377-D329-3148-2A92F69AAC4C}"/>
              </a:ext>
            </a:extLst>
          </p:cNvPr>
          <p:cNvSpPr/>
          <p:nvPr/>
        </p:nvSpPr>
        <p:spPr>
          <a:xfrm>
            <a:off x="4975853" y="2480923"/>
            <a:ext cx="45719" cy="274714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Elipse 1043">
            <a:extLst>
              <a:ext uri="{FF2B5EF4-FFF2-40B4-BE49-F238E27FC236}">
                <a16:creationId xmlns:a16="http://schemas.microsoft.com/office/drawing/2014/main" id="{EE8CF475-A27C-8C30-0148-79033182B5BE}"/>
              </a:ext>
            </a:extLst>
          </p:cNvPr>
          <p:cNvSpPr/>
          <p:nvPr/>
        </p:nvSpPr>
        <p:spPr>
          <a:xfrm>
            <a:off x="6586607" y="2526718"/>
            <a:ext cx="146295" cy="1446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Conector recto 1045">
            <a:extLst>
              <a:ext uri="{FF2B5EF4-FFF2-40B4-BE49-F238E27FC236}">
                <a16:creationId xmlns:a16="http://schemas.microsoft.com/office/drawing/2014/main" id="{1DDC5DD5-6CAD-4DFA-D1EA-7C79363FEA97}"/>
              </a:ext>
            </a:extLst>
          </p:cNvPr>
          <p:cNvCxnSpPr>
            <a:cxnSpLocks/>
          </p:cNvCxnSpPr>
          <p:nvPr/>
        </p:nvCxnSpPr>
        <p:spPr>
          <a:xfrm flipV="1">
            <a:off x="6732902" y="2597100"/>
            <a:ext cx="261708" cy="1932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9" name="CuadroTexto 1063">
            <a:extLst>
              <a:ext uri="{FF2B5EF4-FFF2-40B4-BE49-F238E27FC236}">
                <a16:creationId xmlns:a16="http://schemas.microsoft.com/office/drawing/2014/main" id="{F9C71AB9-B8AF-6803-0048-70472A47C4F7}"/>
              </a:ext>
            </a:extLst>
          </p:cNvPr>
          <p:cNvSpPr txBox="1"/>
          <p:nvPr/>
        </p:nvSpPr>
        <p:spPr>
          <a:xfrm>
            <a:off x="6928207" y="2432666"/>
            <a:ext cx="106572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89%</a:t>
            </a: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srgbClr val="08BD4F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00" name="Rectángulo 2">
            <a:extLst>
              <a:ext uri="{FF2B5EF4-FFF2-40B4-BE49-F238E27FC236}">
                <a16:creationId xmlns:a16="http://schemas.microsoft.com/office/drawing/2014/main" id="{84E29605-BA85-7E60-B42A-65E68C79D840}"/>
              </a:ext>
            </a:extLst>
          </p:cNvPr>
          <p:cNvSpPr/>
          <p:nvPr/>
        </p:nvSpPr>
        <p:spPr>
          <a:xfrm>
            <a:off x="8567655" y="4645737"/>
            <a:ext cx="3513161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Rectángulo: una sola esquina redondeada 3">
            <a:extLst>
              <a:ext uri="{FF2B5EF4-FFF2-40B4-BE49-F238E27FC236}">
                <a16:creationId xmlns:a16="http://schemas.microsoft.com/office/drawing/2014/main" id="{D152AD97-F3DF-C197-EC60-6BF9E2B9549F}"/>
              </a:ext>
            </a:extLst>
          </p:cNvPr>
          <p:cNvSpPr/>
          <p:nvPr/>
        </p:nvSpPr>
        <p:spPr>
          <a:xfrm>
            <a:off x="8509275" y="4650478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" name="Picture 2" descr="Machine learning icon artificial intelligence Vector Image">
            <a:extLst>
              <a:ext uri="{FF2B5EF4-FFF2-40B4-BE49-F238E27FC236}">
                <a16:creationId xmlns:a16="http://schemas.microsoft.com/office/drawing/2014/main" id="{A88D6460-8326-2464-7B68-CC0503A266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1" t="13144" r="18671" b="38124"/>
          <a:stretch/>
        </p:blipFill>
        <p:spPr bwMode="auto">
          <a:xfrm>
            <a:off x="8724792" y="4811148"/>
            <a:ext cx="549784" cy="48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CuadroTexto 1143">
            <a:extLst>
              <a:ext uri="{FF2B5EF4-FFF2-40B4-BE49-F238E27FC236}">
                <a16:creationId xmlns:a16="http://schemas.microsoft.com/office/drawing/2014/main" id="{40583258-711E-F292-8AB9-5DA43C6D44E1}"/>
              </a:ext>
            </a:extLst>
          </p:cNvPr>
          <p:cNvSpPr txBox="1"/>
          <p:nvPr/>
        </p:nvSpPr>
        <p:spPr>
          <a:xfrm>
            <a:off x="8471910" y="5332185"/>
            <a:ext cx="1161104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 Bold"/>
                <a:ea typeface="+mn-ea"/>
                <a:cs typeface="Poppins Bold"/>
              </a:rPr>
              <a:t>TIER</a:t>
            </a:r>
          </a:p>
        </p:txBody>
      </p:sp>
      <p:sp>
        <p:nvSpPr>
          <p:cNvPr id="104" name="Rectángulo 1145">
            <a:extLst>
              <a:ext uri="{FF2B5EF4-FFF2-40B4-BE49-F238E27FC236}">
                <a16:creationId xmlns:a16="http://schemas.microsoft.com/office/drawing/2014/main" id="{16BFE12D-7EE7-2482-C937-4DA4AB87B9CD}"/>
              </a:ext>
            </a:extLst>
          </p:cNvPr>
          <p:cNvSpPr/>
          <p:nvPr/>
        </p:nvSpPr>
        <p:spPr>
          <a:xfrm>
            <a:off x="9226017" y="5018432"/>
            <a:ext cx="2416541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Laboratorio</a:t>
            </a:r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5DAD3E96-3F05-187D-6064-ABD7BFDC5771}"/>
              </a:ext>
            </a:extLst>
          </p:cNvPr>
          <p:cNvSpPr txBox="1">
            <a:spLocks/>
          </p:cNvSpPr>
          <p:nvPr/>
        </p:nvSpPr>
        <p:spPr>
          <a:xfrm>
            <a:off x="8589520" y="1562986"/>
            <a:ext cx="3602480" cy="19774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Fechas de ejecución: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</a:t>
            </a: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Ejecución mensual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De uso: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Identificar de nuevas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alertas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de Riesgo generadas por el modelo</a:t>
            </a:r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Entrega de predicción: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 Ejecución </a:t>
            </a: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manual durante la fase de piloto.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8" name="CuadroTexto 80">
            <a:extLst>
              <a:ext uri="{FF2B5EF4-FFF2-40B4-BE49-F238E27FC236}">
                <a16:creationId xmlns:a16="http://schemas.microsoft.com/office/drawing/2014/main" id="{2D4E8BC5-2D7E-447C-7B5C-F9F46FF32B5F}"/>
              </a:ext>
            </a:extLst>
          </p:cNvPr>
          <p:cNvSpPr txBox="1"/>
          <p:nvPr/>
        </p:nvSpPr>
        <p:spPr>
          <a:xfrm>
            <a:off x="2517103" y="3908867"/>
            <a:ext cx="68744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800" kern="0" dirty="0">
                <a:solidFill>
                  <a:srgbClr val="FFFFFF">
                    <a:lumMod val="65000"/>
                  </a:srgbClr>
                </a:solidFill>
              </a:rPr>
              <a:t>2</a:t>
            </a:r>
            <a:r>
              <a:rPr kumimoji="0" lang="es-PE" sz="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meses</a:t>
            </a:r>
          </a:p>
        </p:txBody>
      </p:sp>
      <p:sp>
        <p:nvSpPr>
          <p:cNvPr id="109" name="CuadroTexto 78">
            <a:extLst>
              <a:ext uri="{FF2B5EF4-FFF2-40B4-BE49-F238E27FC236}">
                <a16:creationId xmlns:a16="http://schemas.microsoft.com/office/drawing/2014/main" id="{A1775404-331D-30F2-0856-C7CF18F561AF}"/>
              </a:ext>
            </a:extLst>
          </p:cNvPr>
          <p:cNvSpPr txBox="1"/>
          <p:nvPr/>
        </p:nvSpPr>
        <p:spPr>
          <a:xfrm>
            <a:off x="2494776" y="4510960"/>
            <a:ext cx="60064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Val</a:t>
            </a:r>
            <a:endParaRPr kumimoji="0" lang="es-PE" sz="700" b="1" i="0" u="none" strike="noStrike" kern="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/>
              <a:ea typeface="+mn-ea"/>
              <a:cs typeface="+mn-cs"/>
            </a:endParaRPr>
          </a:p>
        </p:txBody>
      </p:sp>
      <p:sp>
        <p:nvSpPr>
          <p:cNvPr id="110" name="CuadroTexto 72">
            <a:extLst>
              <a:ext uri="{FF2B5EF4-FFF2-40B4-BE49-F238E27FC236}">
                <a16:creationId xmlns:a16="http://schemas.microsoft.com/office/drawing/2014/main" id="{FFD68378-7974-9AEA-6A96-00FF233532E8}"/>
              </a:ext>
            </a:extLst>
          </p:cNvPr>
          <p:cNvSpPr txBox="1"/>
          <p:nvPr/>
        </p:nvSpPr>
        <p:spPr>
          <a:xfrm>
            <a:off x="2531977" y="4140656"/>
            <a:ext cx="60064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Ago-</a:t>
            </a:r>
            <a:r>
              <a:rPr kumimoji="0" lang="es-PE" sz="700" b="1" i="0" u="none" strike="noStrike" kern="0" cap="none" spc="0" normalizeH="0" baseline="0" noProof="0" dirty="0" err="1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Sep</a:t>
            </a: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25</a:t>
            </a:r>
          </a:p>
        </p:txBody>
      </p:sp>
      <p:sp>
        <p:nvSpPr>
          <p:cNvPr id="111" name="Cerrar llave 76">
            <a:extLst>
              <a:ext uri="{FF2B5EF4-FFF2-40B4-BE49-F238E27FC236}">
                <a16:creationId xmlns:a16="http://schemas.microsoft.com/office/drawing/2014/main" id="{E144FEC1-3D0A-49F1-B164-AE94AF0067D6}"/>
              </a:ext>
            </a:extLst>
          </p:cNvPr>
          <p:cNvSpPr/>
          <p:nvPr/>
        </p:nvSpPr>
        <p:spPr>
          <a:xfrm rot="16200000" flipH="1">
            <a:off x="2766739" y="4168219"/>
            <a:ext cx="126867" cy="531839"/>
          </a:xfrm>
          <a:prstGeom prst="rightBrace">
            <a:avLst>
              <a:gd name="adj1" fmla="val 44325"/>
              <a:gd name="adj2" fmla="val 50000"/>
            </a:avLst>
          </a:prstGeom>
          <a:noFill/>
          <a:ln w="19050" cap="flat" cmpd="sng" algn="ctr">
            <a:solidFill>
              <a:srgbClr val="EB004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Marcador de texto 1">
            <a:extLst>
              <a:ext uri="{FF2B5EF4-FFF2-40B4-BE49-F238E27FC236}">
                <a16:creationId xmlns:a16="http://schemas.microsoft.com/office/drawing/2014/main" id="{08BA5FD9-4B7A-62B8-30E8-98018E4437F8}"/>
              </a:ext>
            </a:extLst>
          </p:cNvPr>
          <p:cNvSpPr txBox="1">
            <a:spLocks/>
          </p:cNvSpPr>
          <p:nvPr/>
        </p:nvSpPr>
        <p:spPr>
          <a:xfrm>
            <a:off x="171671" y="330086"/>
            <a:ext cx="10873827" cy="68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Ficha técnica del Modelo PLAFT PN Masivo</a:t>
            </a:r>
          </a:p>
        </p:txBody>
      </p:sp>
      <p:sp>
        <p:nvSpPr>
          <p:cNvPr id="117" name="CuadroTexto 42">
            <a:extLst>
              <a:ext uri="{FF2B5EF4-FFF2-40B4-BE49-F238E27FC236}">
                <a16:creationId xmlns:a16="http://schemas.microsoft.com/office/drawing/2014/main" id="{EC053CFD-662A-4084-289F-0B06791FAF3F}"/>
              </a:ext>
            </a:extLst>
          </p:cNvPr>
          <p:cNvSpPr txBox="1"/>
          <p:nvPr/>
        </p:nvSpPr>
        <p:spPr>
          <a:xfrm>
            <a:off x="3514336" y="4123334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Abri26</a:t>
            </a:r>
          </a:p>
        </p:txBody>
      </p:sp>
      <p:sp>
        <p:nvSpPr>
          <p:cNvPr id="120" name="Diagrama de flujo: preparación 1106">
            <a:extLst>
              <a:ext uri="{FF2B5EF4-FFF2-40B4-BE49-F238E27FC236}">
                <a16:creationId xmlns:a16="http://schemas.microsoft.com/office/drawing/2014/main" id="{C4D9AB03-B410-3920-C7A3-DF2DB2403151}"/>
              </a:ext>
            </a:extLst>
          </p:cNvPr>
          <p:cNvSpPr/>
          <p:nvPr/>
        </p:nvSpPr>
        <p:spPr>
          <a:xfrm>
            <a:off x="5930370" y="4457513"/>
            <a:ext cx="718514" cy="617033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CuadroTexto 1091">
            <a:extLst>
              <a:ext uri="{FF2B5EF4-FFF2-40B4-BE49-F238E27FC236}">
                <a16:creationId xmlns:a16="http://schemas.microsoft.com/office/drawing/2014/main" id="{1B31AC09-373F-C6E6-22AC-C86F1808CB5B}"/>
              </a:ext>
            </a:extLst>
          </p:cNvPr>
          <p:cNvSpPr txBox="1"/>
          <p:nvPr/>
        </p:nvSpPr>
        <p:spPr>
          <a:xfrm>
            <a:off x="5920620" y="4743180"/>
            <a:ext cx="718926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120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/>
                <a:ea typeface="+mn-ea"/>
                <a:cs typeface="Calibri"/>
              </a:rPr>
              <a:t>Perfil del Cliente</a:t>
            </a:r>
            <a:endParaRPr kumimoji="0" lang="es-ES" sz="8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"/>
              <a:ea typeface="+mn-ea"/>
              <a:cs typeface="Calibri"/>
            </a:endParaRPr>
          </a:p>
        </p:txBody>
      </p:sp>
      <p:sp>
        <p:nvSpPr>
          <p:cNvPr id="122" name="Diagrama de flujo: preparación 1107">
            <a:extLst>
              <a:ext uri="{FF2B5EF4-FFF2-40B4-BE49-F238E27FC236}">
                <a16:creationId xmlns:a16="http://schemas.microsoft.com/office/drawing/2014/main" id="{D3962096-495A-68F7-FF50-8EF3BF51B47F}"/>
              </a:ext>
            </a:extLst>
          </p:cNvPr>
          <p:cNvSpPr/>
          <p:nvPr/>
        </p:nvSpPr>
        <p:spPr>
          <a:xfrm>
            <a:off x="5922648" y="5137859"/>
            <a:ext cx="718514" cy="617033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CuadroTexto 1109">
            <a:extLst>
              <a:ext uri="{FF2B5EF4-FFF2-40B4-BE49-F238E27FC236}">
                <a16:creationId xmlns:a16="http://schemas.microsoft.com/office/drawing/2014/main" id="{9606A2E7-9CC4-F2A5-91D1-9D1E4D05D170}"/>
              </a:ext>
            </a:extLst>
          </p:cNvPr>
          <p:cNvSpPr txBox="1"/>
          <p:nvPr/>
        </p:nvSpPr>
        <p:spPr>
          <a:xfrm>
            <a:off x="5920591" y="5500411"/>
            <a:ext cx="713921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/>
                <a:ea typeface="+mn-ea"/>
                <a:cs typeface="Calibri"/>
              </a:rPr>
              <a:t>Contexto</a:t>
            </a:r>
          </a:p>
        </p:txBody>
      </p:sp>
      <p:sp>
        <p:nvSpPr>
          <p:cNvPr id="124" name="CuadroTexto 1117">
            <a:extLst>
              <a:ext uri="{FF2B5EF4-FFF2-40B4-BE49-F238E27FC236}">
                <a16:creationId xmlns:a16="http://schemas.microsoft.com/office/drawing/2014/main" id="{D3CE0CFF-CBFB-ABA1-7088-95FDA65AD975}"/>
              </a:ext>
            </a:extLst>
          </p:cNvPr>
          <p:cNvSpPr txBox="1"/>
          <p:nvPr/>
        </p:nvSpPr>
        <p:spPr>
          <a:xfrm>
            <a:off x="5920591" y="4169919"/>
            <a:ext cx="83493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rgbClr val="0038A6"/>
                </a:solidFill>
                <a:latin typeface="Geometria Medium"/>
              </a:rPr>
              <a:t>6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 %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25" name="CuadroTexto 1121">
            <a:extLst>
              <a:ext uri="{FF2B5EF4-FFF2-40B4-BE49-F238E27FC236}">
                <a16:creationId xmlns:a16="http://schemas.microsoft.com/office/drawing/2014/main" id="{B8CC97E4-8297-F769-C4E8-19BD7D4ACB91}"/>
              </a:ext>
            </a:extLst>
          </p:cNvPr>
          <p:cNvSpPr txBox="1"/>
          <p:nvPr/>
        </p:nvSpPr>
        <p:spPr>
          <a:xfrm>
            <a:off x="5877062" y="5736222"/>
            <a:ext cx="91575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rgbClr val="0038A6"/>
                </a:solidFill>
                <a:latin typeface="Geometria Medium"/>
              </a:rPr>
              <a:t>6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 %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27" name="Diagrama de flujo: preparación 1107">
            <a:extLst>
              <a:ext uri="{FF2B5EF4-FFF2-40B4-BE49-F238E27FC236}">
                <a16:creationId xmlns:a16="http://schemas.microsoft.com/office/drawing/2014/main" id="{55C4AF9C-1615-479A-A76F-B6F63F88211C}"/>
              </a:ext>
            </a:extLst>
          </p:cNvPr>
          <p:cNvSpPr/>
          <p:nvPr/>
        </p:nvSpPr>
        <p:spPr>
          <a:xfrm>
            <a:off x="5328831" y="4781796"/>
            <a:ext cx="718514" cy="617033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8" name="CuadroTexto 1121">
            <a:extLst>
              <a:ext uri="{FF2B5EF4-FFF2-40B4-BE49-F238E27FC236}">
                <a16:creationId xmlns:a16="http://schemas.microsoft.com/office/drawing/2014/main" id="{6A7A431E-C617-85C0-19CD-9790DD24DE13}"/>
              </a:ext>
            </a:extLst>
          </p:cNvPr>
          <p:cNvSpPr txBox="1"/>
          <p:nvPr/>
        </p:nvSpPr>
        <p:spPr>
          <a:xfrm>
            <a:off x="5230641" y="5449710"/>
            <a:ext cx="91575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88 %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29" name="CuadroTexto 1112">
            <a:extLst>
              <a:ext uri="{FF2B5EF4-FFF2-40B4-BE49-F238E27FC236}">
                <a16:creationId xmlns:a16="http://schemas.microsoft.com/office/drawing/2014/main" id="{3D7283B4-C17A-8290-0906-16CAF754FC9D}"/>
              </a:ext>
            </a:extLst>
          </p:cNvPr>
          <p:cNvSpPr txBox="1"/>
          <p:nvPr/>
        </p:nvSpPr>
        <p:spPr>
          <a:xfrm>
            <a:off x="5371850" y="5132334"/>
            <a:ext cx="633239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120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/>
                <a:ea typeface="Geometria" panose="020B0503020204020204" pitchFamily="34" charset="0"/>
                <a:cs typeface="Calibri"/>
              </a:rPr>
              <a:t>TRX</a:t>
            </a:r>
            <a:endParaRPr kumimoji="0" lang="es-PE" sz="8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Calibri"/>
            </a:endParaRPr>
          </a:p>
        </p:txBody>
      </p:sp>
      <p:pic>
        <p:nvPicPr>
          <p:cNvPr id="130" name="Picture 7">
            <a:extLst>
              <a:ext uri="{FF2B5EF4-FFF2-40B4-BE49-F238E27FC236}">
                <a16:creationId xmlns:a16="http://schemas.microsoft.com/office/drawing/2014/main" id="{B613697B-B011-85C5-0F2E-BDA4C9B00F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808" y="4834238"/>
            <a:ext cx="270164" cy="316346"/>
          </a:xfrm>
          <a:prstGeom prst="rect">
            <a:avLst/>
          </a:prstGeom>
        </p:spPr>
      </p:pic>
      <p:pic>
        <p:nvPicPr>
          <p:cNvPr id="132" name="Picture 2" descr="Empresa - Iconos gratis de edificios">
            <a:extLst>
              <a:ext uri="{FF2B5EF4-FFF2-40B4-BE49-F238E27FC236}">
                <a16:creationId xmlns:a16="http://schemas.microsoft.com/office/drawing/2014/main" id="{55DB95D6-4815-D4C0-7487-E7BD25C6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272" y="4441351"/>
            <a:ext cx="301829" cy="30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Picture 6" descr="254.100+ Bank Ilustraciones de Stock, gráficos vectoriales ...">
            <a:extLst>
              <a:ext uri="{FF2B5EF4-FFF2-40B4-BE49-F238E27FC236}">
                <a16:creationId xmlns:a16="http://schemas.microsoft.com/office/drawing/2014/main" id="{CDC67940-9AF8-AF0C-C3A1-79F5CE11C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576" y="5221732"/>
            <a:ext cx="308605" cy="30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035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9CFFA-AA7E-EAA1-856B-12960F80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35">
            <a:extLst>
              <a:ext uri="{FF2B5EF4-FFF2-40B4-BE49-F238E27FC236}">
                <a16:creationId xmlns:a16="http://schemas.microsoft.com/office/drawing/2014/main" id="{E22C4B07-60CD-1366-2860-99346F80B0D9}"/>
              </a:ext>
            </a:extLst>
          </p:cNvPr>
          <p:cNvSpPr/>
          <p:nvPr/>
        </p:nvSpPr>
        <p:spPr>
          <a:xfrm>
            <a:off x="7152079" y="1229329"/>
            <a:ext cx="4435021" cy="29114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7.6%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</p:txBody>
      </p:sp>
      <p:sp>
        <p:nvSpPr>
          <p:cNvPr id="12" name="Freeform: Shape 35">
            <a:extLst>
              <a:ext uri="{FF2B5EF4-FFF2-40B4-BE49-F238E27FC236}">
                <a16:creationId xmlns:a16="http://schemas.microsoft.com/office/drawing/2014/main" id="{7F1FBBB8-89D5-4CE8-8EE3-0A70FB828134}"/>
              </a:ext>
            </a:extLst>
          </p:cNvPr>
          <p:cNvSpPr/>
          <p:nvPr/>
        </p:nvSpPr>
        <p:spPr>
          <a:xfrm>
            <a:off x="7152079" y="1746446"/>
            <a:ext cx="3634407" cy="27160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7%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3" name="Freeform: Shape 35">
            <a:extLst>
              <a:ext uri="{FF2B5EF4-FFF2-40B4-BE49-F238E27FC236}">
                <a16:creationId xmlns:a16="http://schemas.microsoft.com/office/drawing/2014/main" id="{BAF13AFD-9449-D5BE-A055-DD33B425E815}"/>
              </a:ext>
            </a:extLst>
          </p:cNvPr>
          <p:cNvSpPr/>
          <p:nvPr/>
        </p:nvSpPr>
        <p:spPr>
          <a:xfrm>
            <a:off x="7152079" y="2247380"/>
            <a:ext cx="3265127" cy="27160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6.8%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5" name="Freeform: Shape 35">
            <a:extLst>
              <a:ext uri="{FF2B5EF4-FFF2-40B4-BE49-F238E27FC236}">
                <a16:creationId xmlns:a16="http://schemas.microsoft.com/office/drawing/2014/main" id="{B17199AD-9DBD-12D8-5401-5E3AD78878E4}"/>
              </a:ext>
            </a:extLst>
          </p:cNvPr>
          <p:cNvSpPr/>
          <p:nvPr/>
        </p:nvSpPr>
        <p:spPr>
          <a:xfrm>
            <a:off x="7152079" y="2741628"/>
            <a:ext cx="2784296" cy="27160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5.2%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16" name="Freeform: Shape 35">
            <a:extLst>
              <a:ext uri="{FF2B5EF4-FFF2-40B4-BE49-F238E27FC236}">
                <a16:creationId xmlns:a16="http://schemas.microsoft.com/office/drawing/2014/main" id="{457660AA-6AE1-4A16-0D0A-28CB97CFF143}"/>
              </a:ext>
            </a:extLst>
          </p:cNvPr>
          <p:cNvSpPr/>
          <p:nvPr/>
        </p:nvSpPr>
        <p:spPr>
          <a:xfrm>
            <a:off x="7152079" y="4264700"/>
            <a:ext cx="1908322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2.38%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7" name="Freeform: Shape 35">
            <a:extLst>
              <a:ext uri="{FF2B5EF4-FFF2-40B4-BE49-F238E27FC236}">
                <a16:creationId xmlns:a16="http://schemas.microsoft.com/office/drawing/2014/main" id="{54446162-4902-D264-87E1-B385C299268D}"/>
              </a:ext>
            </a:extLst>
          </p:cNvPr>
          <p:cNvSpPr/>
          <p:nvPr/>
        </p:nvSpPr>
        <p:spPr>
          <a:xfrm>
            <a:off x="7152079" y="4781417"/>
            <a:ext cx="1727464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2.19%</a:t>
            </a:r>
          </a:p>
        </p:txBody>
      </p:sp>
      <p:cxnSp>
        <p:nvCxnSpPr>
          <p:cNvPr id="18" name="Conector recto de flecha 18">
            <a:extLst>
              <a:ext uri="{FF2B5EF4-FFF2-40B4-BE49-F238E27FC236}">
                <a16:creationId xmlns:a16="http://schemas.microsoft.com/office/drawing/2014/main" id="{2E06C865-D005-998B-96E0-7AF3C99A14FC}"/>
              </a:ext>
            </a:extLst>
          </p:cNvPr>
          <p:cNvCxnSpPr>
            <a:cxnSpLocks/>
          </p:cNvCxnSpPr>
          <p:nvPr/>
        </p:nvCxnSpPr>
        <p:spPr>
          <a:xfrm flipV="1">
            <a:off x="7132855" y="6172276"/>
            <a:ext cx="4042397" cy="27704"/>
          </a:xfrm>
          <a:prstGeom prst="straightConnector1">
            <a:avLst/>
          </a:prstGeom>
          <a:noFill/>
          <a:ln w="571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19" name="CuadroTexto 22">
            <a:extLst>
              <a:ext uri="{FF2B5EF4-FFF2-40B4-BE49-F238E27FC236}">
                <a16:creationId xmlns:a16="http://schemas.microsoft.com/office/drawing/2014/main" id="{EE103699-F1C1-4379-4DDA-75399D1E1B76}"/>
              </a:ext>
            </a:extLst>
          </p:cNvPr>
          <p:cNvSpPr txBox="1"/>
          <p:nvPr/>
        </p:nvSpPr>
        <p:spPr>
          <a:xfrm>
            <a:off x="1945518" y="1161445"/>
            <a:ext cx="5068043" cy="408623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/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Monto</a:t>
            </a:r>
            <a:r>
              <a:rPr lang="es-PE" dirty="0"/>
              <a:t> </a:t>
            </a: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total</a:t>
            </a:r>
            <a:r>
              <a:rPr lang="es-PE" dirty="0"/>
              <a:t> </a:t>
            </a: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abonado en efectivo (12 meses)</a:t>
            </a:r>
          </a:p>
        </p:txBody>
      </p:sp>
      <p:sp>
        <p:nvSpPr>
          <p:cNvPr id="24" name="CuadroTexto 24">
            <a:extLst>
              <a:ext uri="{FF2B5EF4-FFF2-40B4-BE49-F238E27FC236}">
                <a16:creationId xmlns:a16="http://schemas.microsoft.com/office/drawing/2014/main" id="{6D3189BB-0E02-0CFB-F70F-4FD5CCC2DD61}"/>
              </a:ext>
            </a:extLst>
          </p:cNvPr>
          <p:cNvSpPr txBox="1"/>
          <p:nvPr/>
        </p:nvSpPr>
        <p:spPr>
          <a:xfrm>
            <a:off x="1945518" y="1707695"/>
            <a:ext cx="5068042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Monto total de egresos del último mes</a:t>
            </a:r>
          </a:p>
        </p:txBody>
      </p:sp>
      <p:sp>
        <p:nvSpPr>
          <p:cNvPr id="25" name="CuadroTexto 26">
            <a:extLst>
              <a:ext uri="{FF2B5EF4-FFF2-40B4-BE49-F238E27FC236}">
                <a16:creationId xmlns:a16="http://schemas.microsoft.com/office/drawing/2014/main" id="{3018A6D3-FE0A-9161-E048-7118AFC07707}"/>
              </a:ext>
            </a:extLst>
          </p:cNvPr>
          <p:cNvSpPr txBox="1"/>
          <p:nvPr/>
        </p:nvSpPr>
        <p:spPr>
          <a:xfrm>
            <a:off x="1945518" y="2244539"/>
            <a:ext cx="5068042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Número de egresos realizados (12 meses)</a:t>
            </a:r>
          </a:p>
        </p:txBody>
      </p:sp>
      <p:sp>
        <p:nvSpPr>
          <p:cNvPr id="27" name="CuadroTexto 30">
            <a:extLst>
              <a:ext uri="{FF2B5EF4-FFF2-40B4-BE49-F238E27FC236}">
                <a16:creationId xmlns:a16="http://schemas.microsoft.com/office/drawing/2014/main" id="{6B55DFCC-50BB-39C8-3C6F-A55D8A3BD12C}"/>
              </a:ext>
            </a:extLst>
          </p:cNvPr>
          <p:cNvSpPr txBox="1"/>
          <p:nvPr/>
        </p:nvSpPr>
        <p:spPr>
          <a:xfrm>
            <a:off x="2084037" y="2703533"/>
            <a:ext cx="5068042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Comportamiento atípico de egresos recientes</a:t>
            </a:r>
          </a:p>
        </p:txBody>
      </p:sp>
      <p:sp>
        <p:nvSpPr>
          <p:cNvPr id="28" name="CuadroTexto 1120">
            <a:extLst>
              <a:ext uri="{FF2B5EF4-FFF2-40B4-BE49-F238E27FC236}">
                <a16:creationId xmlns:a16="http://schemas.microsoft.com/office/drawing/2014/main" id="{34A4735D-87F7-C2DE-9704-4B4339A55528}"/>
              </a:ext>
            </a:extLst>
          </p:cNvPr>
          <p:cNvSpPr txBox="1"/>
          <p:nvPr/>
        </p:nvSpPr>
        <p:spPr>
          <a:xfrm>
            <a:off x="1946495" y="3251175"/>
            <a:ext cx="5068041" cy="289441"/>
          </a:xfrm>
          <a:prstGeom prst="round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Incremento reciente de abonos</a:t>
            </a:r>
          </a:p>
        </p:txBody>
      </p:sp>
      <p:sp>
        <p:nvSpPr>
          <p:cNvPr id="29" name="CuadroTexto 1122">
            <a:extLst>
              <a:ext uri="{FF2B5EF4-FFF2-40B4-BE49-F238E27FC236}">
                <a16:creationId xmlns:a16="http://schemas.microsoft.com/office/drawing/2014/main" id="{98CA5E92-A1D6-3D48-8736-405A5381B069}"/>
              </a:ext>
            </a:extLst>
          </p:cNvPr>
          <p:cNvSpPr txBox="1"/>
          <p:nvPr/>
        </p:nvSpPr>
        <p:spPr>
          <a:xfrm>
            <a:off x="1980881" y="3714910"/>
            <a:ext cx="5068041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Monto anual de egresos en efectivo</a:t>
            </a:r>
          </a:p>
        </p:txBody>
      </p:sp>
      <p:sp>
        <p:nvSpPr>
          <p:cNvPr id="30" name="CuadroTexto 1124">
            <a:extLst>
              <a:ext uri="{FF2B5EF4-FFF2-40B4-BE49-F238E27FC236}">
                <a16:creationId xmlns:a16="http://schemas.microsoft.com/office/drawing/2014/main" id="{E0A400D3-D43F-459E-234D-B2FEBED39691}"/>
              </a:ext>
            </a:extLst>
          </p:cNvPr>
          <p:cNvSpPr txBox="1"/>
          <p:nvPr/>
        </p:nvSpPr>
        <p:spPr>
          <a:xfrm>
            <a:off x="1946495" y="4245221"/>
            <a:ext cx="5068041" cy="289441"/>
          </a:xfrm>
          <a:prstGeom prst="round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Concentración máxima de transacciones en un día</a:t>
            </a:r>
          </a:p>
        </p:txBody>
      </p:sp>
      <p:sp>
        <p:nvSpPr>
          <p:cNvPr id="31" name="CuadroTexto 1127">
            <a:extLst>
              <a:ext uri="{FF2B5EF4-FFF2-40B4-BE49-F238E27FC236}">
                <a16:creationId xmlns:a16="http://schemas.microsoft.com/office/drawing/2014/main" id="{8003E7A1-641E-1C42-223F-E975ED1902B8}"/>
              </a:ext>
            </a:extLst>
          </p:cNvPr>
          <p:cNvSpPr txBox="1"/>
          <p:nvPr/>
        </p:nvSpPr>
        <p:spPr>
          <a:xfrm>
            <a:off x="1946495" y="5306584"/>
            <a:ext cx="5068039" cy="289441"/>
          </a:xfrm>
          <a:prstGeom prst="round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Diferencia de montos: abonos vs egresos en efectivo (6m)</a:t>
            </a:r>
          </a:p>
        </p:txBody>
      </p:sp>
      <p:sp>
        <p:nvSpPr>
          <p:cNvPr id="32" name="CuadroTexto 1129">
            <a:extLst>
              <a:ext uri="{FF2B5EF4-FFF2-40B4-BE49-F238E27FC236}">
                <a16:creationId xmlns:a16="http://schemas.microsoft.com/office/drawing/2014/main" id="{B01BD706-B8FF-B9B1-645E-049F3616A2BC}"/>
              </a:ext>
            </a:extLst>
          </p:cNvPr>
          <p:cNvSpPr txBox="1"/>
          <p:nvPr/>
        </p:nvSpPr>
        <p:spPr>
          <a:xfrm>
            <a:off x="1945518" y="4741680"/>
            <a:ext cx="5068040" cy="306467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r">
              <a:defRPr sz="1200"/>
            </a:lvl1pPr>
          </a:lstStyle>
          <a:p>
            <a:pPr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Intensidad de uso de fondos (rotación</a:t>
            </a:r>
            <a:r>
              <a:rPr lang="es-PE" dirty="0"/>
              <a:t>)</a:t>
            </a:r>
          </a:p>
        </p:txBody>
      </p:sp>
      <p:sp>
        <p:nvSpPr>
          <p:cNvPr id="118" name="Freeform: Shape 35">
            <a:extLst>
              <a:ext uri="{FF2B5EF4-FFF2-40B4-BE49-F238E27FC236}">
                <a16:creationId xmlns:a16="http://schemas.microsoft.com/office/drawing/2014/main" id="{BDCB71A7-36F7-7FBF-31A8-0281C7EBD04C}"/>
              </a:ext>
            </a:extLst>
          </p:cNvPr>
          <p:cNvSpPr/>
          <p:nvPr/>
        </p:nvSpPr>
        <p:spPr>
          <a:xfrm>
            <a:off x="7152079" y="3743900"/>
            <a:ext cx="2095192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4.1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%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5BE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Freeform: Shape 35">
            <a:extLst>
              <a:ext uri="{FF2B5EF4-FFF2-40B4-BE49-F238E27FC236}">
                <a16:creationId xmlns:a16="http://schemas.microsoft.com/office/drawing/2014/main" id="{B569240D-1D20-F56B-B00E-4FE68B690227}"/>
              </a:ext>
            </a:extLst>
          </p:cNvPr>
          <p:cNvSpPr/>
          <p:nvPr/>
        </p:nvSpPr>
        <p:spPr>
          <a:xfrm>
            <a:off x="7152079" y="3255254"/>
            <a:ext cx="2272637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4.12%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0" name="Freeform: Shape 35">
            <a:extLst>
              <a:ext uri="{FF2B5EF4-FFF2-40B4-BE49-F238E27FC236}">
                <a16:creationId xmlns:a16="http://schemas.microsoft.com/office/drawing/2014/main" id="{C0DD65F0-2393-37CF-6328-9A9684735599}"/>
              </a:ext>
            </a:extLst>
          </p:cNvPr>
          <p:cNvSpPr/>
          <p:nvPr/>
        </p:nvSpPr>
        <p:spPr>
          <a:xfrm>
            <a:off x="7152079" y="5287269"/>
            <a:ext cx="1575462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1.78%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1" name="CuadroTexto 38">
            <a:extLst>
              <a:ext uri="{FF2B5EF4-FFF2-40B4-BE49-F238E27FC236}">
                <a16:creationId xmlns:a16="http://schemas.microsoft.com/office/drawing/2014/main" id="{EA609676-C7F0-DE3A-9FF4-E3C36F3AFD55}"/>
              </a:ext>
            </a:extLst>
          </p:cNvPr>
          <p:cNvSpPr txBox="1"/>
          <p:nvPr/>
        </p:nvSpPr>
        <p:spPr>
          <a:xfrm>
            <a:off x="7799906" y="905325"/>
            <a:ext cx="309732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63B4E5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% importancia</a:t>
            </a:r>
          </a:p>
        </p:txBody>
      </p:sp>
      <p:sp>
        <p:nvSpPr>
          <p:cNvPr id="122" name="CuadroTexto 38">
            <a:extLst>
              <a:ext uri="{FF2B5EF4-FFF2-40B4-BE49-F238E27FC236}">
                <a16:creationId xmlns:a16="http://schemas.microsoft.com/office/drawing/2014/main" id="{2AFDF0D3-63BB-FE14-0E0B-FF1103D83883}"/>
              </a:ext>
            </a:extLst>
          </p:cNvPr>
          <p:cNvSpPr txBox="1"/>
          <p:nvPr/>
        </p:nvSpPr>
        <p:spPr>
          <a:xfrm>
            <a:off x="3530619" y="905324"/>
            <a:ext cx="309732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63B4E5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Nombre de la variable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3" name="CuadroTexto 38">
            <a:extLst>
              <a:ext uri="{FF2B5EF4-FFF2-40B4-BE49-F238E27FC236}">
                <a16:creationId xmlns:a16="http://schemas.microsoft.com/office/drawing/2014/main" id="{91F1DEBA-AA8C-A472-B447-D16C1C042B64}"/>
              </a:ext>
            </a:extLst>
          </p:cNvPr>
          <p:cNvSpPr txBox="1"/>
          <p:nvPr/>
        </p:nvSpPr>
        <p:spPr>
          <a:xfrm>
            <a:off x="284289" y="884446"/>
            <a:ext cx="147938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63B4E5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Fuentes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30" name="Title 2">
            <a:extLst>
              <a:ext uri="{FF2B5EF4-FFF2-40B4-BE49-F238E27FC236}">
                <a16:creationId xmlns:a16="http://schemas.microsoft.com/office/drawing/2014/main" id="{65DB6501-90EC-61D4-664C-0F8639E2D478}"/>
              </a:ext>
            </a:extLst>
          </p:cNvPr>
          <p:cNvSpPr txBox="1">
            <a:spLocks/>
          </p:cNvSpPr>
          <p:nvPr/>
        </p:nvSpPr>
        <p:spPr>
          <a:xfrm>
            <a:off x="218399" y="127615"/>
            <a:ext cx="11044112" cy="795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dirty="0"/>
              <a:t>Top 10 variables del Modelo PLAFT PN Masivo</a:t>
            </a:r>
          </a:p>
        </p:txBody>
      </p:sp>
      <p:sp>
        <p:nvSpPr>
          <p:cNvPr id="2" name="Freeform: Shape 35">
            <a:extLst>
              <a:ext uri="{FF2B5EF4-FFF2-40B4-BE49-F238E27FC236}">
                <a16:creationId xmlns:a16="http://schemas.microsoft.com/office/drawing/2014/main" id="{524B6D74-BF1D-39AA-2056-211321A99505}"/>
              </a:ext>
            </a:extLst>
          </p:cNvPr>
          <p:cNvSpPr/>
          <p:nvPr/>
        </p:nvSpPr>
        <p:spPr>
          <a:xfrm>
            <a:off x="7157825" y="5793121"/>
            <a:ext cx="1569716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1.78%</a:t>
            </a:r>
          </a:p>
        </p:txBody>
      </p:sp>
      <p:sp>
        <p:nvSpPr>
          <p:cNvPr id="3" name="CuadroTexto 1127">
            <a:extLst>
              <a:ext uri="{FF2B5EF4-FFF2-40B4-BE49-F238E27FC236}">
                <a16:creationId xmlns:a16="http://schemas.microsoft.com/office/drawing/2014/main" id="{B1DDBCED-CA6C-F69D-02B9-030B37108102}"/>
              </a:ext>
            </a:extLst>
          </p:cNvPr>
          <p:cNvSpPr txBox="1"/>
          <p:nvPr/>
        </p:nvSpPr>
        <p:spPr>
          <a:xfrm>
            <a:off x="1946495" y="5793121"/>
            <a:ext cx="5068039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Ratio de débitos vs créditos</a:t>
            </a:r>
          </a:p>
        </p:txBody>
      </p:sp>
      <p:sp>
        <p:nvSpPr>
          <p:cNvPr id="6" name="Arrow: Pentagon 1095">
            <a:extLst>
              <a:ext uri="{FF2B5EF4-FFF2-40B4-BE49-F238E27FC236}">
                <a16:creationId xmlns:a16="http://schemas.microsoft.com/office/drawing/2014/main" id="{ED8F58A2-AA7D-076E-BA14-611A0A81C0FC}"/>
              </a:ext>
            </a:extLst>
          </p:cNvPr>
          <p:cNvSpPr/>
          <p:nvPr/>
        </p:nvSpPr>
        <p:spPr>
          <a:xfrm>
            <a:off x="264524" y="1707695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2" name="Arrow: Pentagon 1095">
            <a:extLst>
              <a:ext uri="{FF2B5EF4-FFF2-40B4-BE49-F238E27FC236}">
                <a16:creationId xmlns:a16="http://schemas.microsoft.com/office/drawing/2014/main" id="{1DF84CA6-8F06-43DD-B9D4-5C009CF69307}"/>
              </a:ext>
            </a:extLst>
          </p:cNvPr>
          <p:cNvSpPr/>
          <p:nvPr/>
        </p:nvSpPr>
        <p:spPr>
          <a:xfrm>
            <a:off x="264524" y="2249913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3" name="Arrow: Pentagon 1095">
            <a:extLst>
              <a:ext uri="{FF2B5EF4-FFF2-40B4-BE49-F238E27FC236}">
                <a16:creationId xmlns:a16="http://schemas.microsoft.com/office/drawing/2014/main" id="{80A58956-14C7-09F5-7206-151CF2BB928D}"/>
              </a:ext>
            </a:extLst>
          </p:cNvPr>
          <p:cNvSpPr/>
          <p:nvPr/>
        </p:nvSpPr>
        <p:spPr>
          <a:xfrm>
            <a:off x="285100" y="3743900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6" name="Arrow: Pentagon 1095">
            <a:extLst>
              <a:ext uri="{FF2B5EF4-FFF2-40B4-BE49-F238E27FC236}">
                <a16:creationId xmlns:a16="http://schemas.microsoft.com/office/drawing/2014/main" id="{C355FA39-BB63-B0E5-D368-604FA236926E}"/>
              </a:ext>
            </a:extLst>
          </p:cNvPr>
          <p:cNvSpPr/>
          <p:nvPr/>
        </p:nvSpPr>
        <p:spPr>
          <a:xfrm>
            <a:off x="282226" y="5793120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" name="Arrow: Pentagon 1095">
            <a:extLst>
              <a:ext uri="{FF2B5EF4-FFF2-40B4-BE49-F238E27FC236}">
                <a16:creationId xmlns:a16="http://schemas.microsoft.com/office/drawing/2014/main" id="{B600CA25-9BC5-8838-2F3C-0D50F73D7652}"/>
              </a:ext>
            </a:extLst>
          </p:cNvPr>
          <p:cNvSpPr/>
          <p:nvPr/>
        </p:nvSpPr>
        <p:spPr>
          <a:xfrm>
            <a:off x="326825" y="1228960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9" name="Arrow: Pentagon 1095">
            <a:extLst>
              <a:ext uri="{FF2B5EF4-FFF2-40B4-BE49-F238E27FC236}">
                <a16:creationId xmlns:a16="http://schemas.microsoft.com/office/drawing/2014/main" id="{0D123A2A-0F58-4184-1C33-B17F488D6376}"/>
              </a:ext>
            </a:extLst>
          </p:cNvPr>
          <p:cNvSpPr/>
          <p:nvPr/>
        </p:nvSpPr>
        <p:spPr>
          <a:xfrm>
            <a:off x="232349" y="2690713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4" name="Arrow: Pentagon 1095">
            <a:extLst>
              <a:ext uri="{FF2B5EF4-FFF2-40B4-BE49-F238E27FC236}">
                <a16:creationId xmlns:a16="http://schemas.microsoft.com/office/drawing/2014/main" id="{E78074F8-9500-A638-6BB6-9DD0C7AEA277}"/>
              </a:ext>
            </a:extLst>
          </p:cNvPr>
          <p:cNvSpPr/>
          <p:nvPr/>
        </p:nvSpPr>
        <p:spPr>
          <a:xfrm>
            <a:off x="280019" y="4234950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7" name="Arrow: Pentagon 1095">
            <a:extLst>
              <a:ext uri="{FF2B5EF4-FFF2-40B4-BE49-F238E27FC236}">
                <a16:creationId xmlns:a16="http://schemas.microsoft.com/office/drawing/2014/main" id="{F1546B4B-10C2-D79A-4DCD-64115EE2DDA7}"/>
              </a:ext>
            </a:extLst>
          </p:cNvPr>
          <p:cNvSpPr/>
          <p:nvPr/>
        </p:nvSpPr>
        <p:spPr>
          <a:xfrm>
            <a:off x="280019" y="3210340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9" name="Arrow: Pentagon 1095">
            <a:extLst>
              <a:ext uri="{FF2B5EF4-FFF2-40B4-BE49-F238E27FC236}">
                <a16:creationId xmlns:a16="http://schemas.microsoft.com/office/drawing/2014/main" id="{D9A999F0-99EB-48BA-7342-553BE322F963}"/>
              </a:ext>
            </a:extLst>
          </p:cNvPr>
          <p:cNvSpPr/>
          <p:nvPr/>
        </p:nvSpPr>
        <p:spPr>
          <a:xfrm>
            <a:off x="280019" y="4706741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1" name="Arrow: Pentagon 1095">
            <a:extLst>
              <a:ext uri="{FF2B5EF4-FFF2-40B4-BE49-F238E27FC236}">
                <a16:creationId xmlns:a16="http://schemas.microsoft.com/office/drawing/2014/main" id="{648562A4-2892-7181-10A8-D9653435EFC7}"/>
              </a:ext>
            </a:extLst>
          </p:cNvPr>
          <p:cNvSpPr/>
          <p:nvPr/>
        </p:nvSpPr>
        <p:spPr>
          <a:xfrm>
            <a:off x="264524" y="5287269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816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7DA57-0497-0C25-1B85-778BBC7E5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6EF51E34-F08B-756D-5F2E-B52273851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389" y="4368199"/>
            <a:ext cx="8179220" cy="2292468"/>
          </a:xfrm>
          <a:prstGeom prst="rect">
            <a:avLst/>
          </a:prstGeom>
        </p:spPr>
      </p:pic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3F8E66EC-67C3-EE54-2569-BBB275DD25C4}"/>
              </a:ext>
            </a:extLst>
          </p:cNvPr>
          <p:cNvSpPr/>
          <p:nvPr/>
        </p:nvSpPr>
        <p:spPr>
          <a:xfrm>
            <a:off x="380396" y="5038836"/>
            <a:ext cx="938049" cy="45020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AE46206D-6220-ECF0-4E36-220BC5E71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97" y="143927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dirty="0"/>
              <a:t>Backtesting</a:t>
            </a:r>
          </a:p>
          <a:p>
            <a:r>
              <a:rPr lang="es-PE" altLang="es-PE" sz="1800" dirty="0"/>
              <a:t>El modelo clasifica las alertas con riesgo en niveles de prioridad-Alertas Automáticas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9F5373D-CD8A-0A73-FF37-AACAB4188439}"/>
              </a:ext>
            </a:extLst>
          </p:cNvPr>
          <p:cNvSpPr/>
          <p:nvPr/>
        </p:nvSpPr>
        <p:spPr>
          <a:xfrm>
            <a:off x="1964102" y="6062472"/>
            <a:ext cx="8221507" cy="310922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18705FA-8F88-4842-A387-03687B319C3F}"/>
              </a:ext>
            </a:extLst>
          </p:cNvPr>
          <p:cNvSpPr/>
          <p:nvPr/>
        </p:nvSpPr>
        <p:spPr>
          <a:xfrm>
            <a:off x="1858564" y="4930920"/>
            <a:ext cx="8333160" cy="840615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60C3746E-A105-A6EF-DC50-1593C3E4D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49" y="5125173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85%</a:t>
            </a:r>
          </a:p>
        </p:txBody>
      </p: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47522DFE-147E-28C6-8E9D-CA0F56F64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76" y="4606184"/>
            <a:ext cx="124702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algn="ctr"/>
            <a:r>
              <a:rPr lang="es-PE" altLang="es-PE" sz="1200" dirty="0"/>
              <a:t>%</a:t>
            </a:r>
            <a:r>
              <a:rPr lang="es-PE" altLang="es-PE" sz="1200" dirty="0" err="1"/>
              <a:t>Recall</a:t>
            </a:r>
            <a:endParaRPr lang="es-PE" altLang="es-PE" sz="1200" dirty="0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FC451A8A-4662-C5DE-E501-8E393C76427D}"/>
              </a:ext>
            </a:extLst>
          </p:cNvPr>
          <p:cNvSpPr/>
          <p:nvPr/>
        </p:nvSpPr>
        <p:spPr>
          <a:xfrm>
            <a:off x="1384516" y="5128178"/>
            <a:ext cx="410854" cy="310922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907B8D17-2332-B936-4261-9031BA340AA6}"/>
              </a:ext>
            </a:extLst>
          </p:cNvPr>
          <p:cNvSpPr/>
          <p:nvPr/>
        </p:nvSpPr>
        <p:spPr>
          <a:xfrm>
            <a:off x="1384516" y="6053328"/>
            <a:ext cx="410854" cy="31092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341A63D-E5F2-7D59-52A6-44C31A63D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96" y="927056"/>
            <a:ext cx="10893090" cy="3576266"/>
          </a:xfrm>
          <a:prstGeom prst="rect">
            <a:avLst/>
          </a:prstGeom>
        </p:spPr>
      </p:pic>
      <p:sp>
        <p:nvSpPr>
          <p:cNvPr id="14" name="Rectángulo 23">
            <a:extLst>
              <a:ext uri="{FF2B5EF4-FFF2-40B4-BE49-F238E27FC236}">
                <a16:creationId xmlns:a16="http://schemas.microsoft.com/office/drawing/2014/main" id="{2EAC2ED4-85C6-7638-39D4-723D6327AB58}"/>
              </a:ext>
            </a:extLst>
          </p:cNvPr>
          <p:cNvSpPr/>
          <p:nvPr/>
        </p:nvSpPr>
        <p:spPr>
          <a:xfrm>
            <a:off x="5106172" y="965120"/>
            <a:ext cx="183794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dirty="0">
                <a:solidFill>
                  <a:srgbClr val="0038A6"/>
                </a:solidFill>
                <a:latin typeface="Poppins"/>
                <a:cs typeface="Arial"/>
              </a:rPr>
              <a:t>Corte 08-2025</a:t>
            </a: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Arial"/>
            </a:endParaRPr>
          </a:p>
        </p:txBody>
      </p:sp>
      <p:sp>
        <p:nvSpPr>
          <p:cNvPr id="21" name="Marcador de texto 3">
            <a:extLst>
              <a:ext uri="{FF2B5EF4-FFF2-40B4-BE49-F238E27FC236}">
                <a16:creationId xmlns:a16="http://schemas.microsoft.com/office/drawing/2014/main" id="{06B0FA7B-BA9C-C859-F5CD-DD50F4D1D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015" y="5764882"/>
            <a:ext cx="1368455" cy="760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algn="ctr"/>
            <a:endParaRPr lang="es-PE" altLang="es-PE" sz="1200" dirty="0"/>
          </a:p>
        </p:txBody>
      </p:sp>
      <p:sp>
        <p:nvSpPr>
          <p:cNvPr id="23" name="Marcador de texto 3">
            <a:extLst>
              <a:ext uri="{FF2B5EF4-FFF2-40B4-BE49-F238E27FC236}">
                <a16:creationId xmlns:a16="http://schemas.microsoft.com/office/drawing/2014/main" id="{225F3411-CAE1-7478-317C-23574A5C0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54" y="6191019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85%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13E936FA-C608-9755-E6D8-7BC24454160F}"/>
              </a:ext>
            </a:extLst>
          </p:cNvPr>
          <p:cNvSpPr/>
          <p:nvPr/>
        </p:nvSpPr>
        <p:spPr>
          <a:xfrm>
            <a:off x="339469" y="5934456"/>
            <a:ext cx="938049" cy="45020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7" name="Marcador de texto 3">
            <a:extLst>
              <a:ext uri="{FF2B5EF4-FFF2-40B4-BE49-F238E27FC236}">
                <a16:creationId xmlns:a16="http://schemas.microsoft.com/office/drawing/2014/main" id="{2D807FB6-405E-83C6-3B16-2625DC637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022" y="5985295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1%</a:t>
            </a:r>
          </a:p>
        </p:txBody>
      </p:sp>
    </p:spTree>
    <p:extLst>
      <p:ext uri="{BB962C8B-B14F-4D97-AF65-F5344CB8AC3E}">
        <p14:creationId xmlns:p14="http://schemas.microsoft.com/office/powerpoint/2010/main" val="62475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BE3B771F-4007-458C-649B-E64451ED4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06" y="2014006"/>
            <a:ext cx="2833796" cy="4215273"/>
          </a:xfrm>
          <a:prstGeom prst="rect">
            <a:avLst/>
          </a:prstGeom>
        </p:spPr>
      </p:pic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0AC34DD-C796-8B55-D8D2-2986EBFCCED2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4845084" y="4121643"/>
            <a:ext cx="3118892" cy="652498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ángulo redondeado 7">
            <a:extLst>
              <a:ext uri="{FF2B5EF4-FFF2-40B4-BE49-F238E27FC236}">
                <a16:creationId xmlns:a16="http://schemas.microsoft.com/office/drawing/2014/main" id="{B73275F1-97B2-4A1B-C677-9E3449ACA3EC}"/>
              </a:ext>
            </a:extLst>
          </p:cNvPr>
          <p:cNvSpPr/>
          <p:nvPr/>
        </p:nvSpPr>
        <p:spPr>
          <a:xfrm>
            <a:off x="289687" y="699500"/>
            <a:ext cx="5760000" cy="5898524"/>
          </a:xfrm>
          <a:prstGeom prst="roundRect">
            <a:avLst>
              <a:gd name="adj" fmla="val 4090"/>
            </a:avLst>
          </a:prstGeom>
          <a:noFill/>
          <a:ln w="12700">
            <a:solidFill>
              <a:srgbClr val="001E5F"/>
            </a:solidFill>
            <a:prstDash val="solid"/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50" charset="0"/>
              <a:ea typeface="+mn-ea"/>
              <a:cs typeface="+mn-cs"/>
            </a:endParaRPr>
          </a:p>
        </p:txBody>
      </p:sp>
      <p:sp>
        <p:nvSpPr>
          <p:cNvPr id="6" name="Rectángulo redondeado 7">
            <a:extLst>
              <a:ext uri="{FF2B5EF4-FFF2-40B4-BE49-F238E27FC236}">
                <a16:creationId xmlns:a16="http://schemas.microsoft.com/office/drawing/2014/main" id="{2CB775A5-DA53-EF6F-D66F-C1E0E64B88D7}"/>
              </a:ext>
            </a:extLst>
          </p:cNvPr>
          <p:cNvSpPr/>
          <p:nvPr/>
        </p:nvSpPr>
        <p:spPr>
          <a:xfrm>
            <a:off x="6160294" y="718882"/>
            <a:ext cx="5760000" cy="5879142"/>
          </a:xfrm>
          <a:prstGeom prst="roundRect">
            <a:avLst>
              <a:gd name="adj" fmla="val 4090"/>
            </a:avLst>
          </a:prstGeom>
          <a:noFill/>
          <a:ln w="12700">
            <a:solidFill>
              <a:srgbClr val="001E5F"/>
            </a:solidFill>
            <a:prstDash val="solid"/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50" charset="0"/>
              <a:ea typeface="+mn-ea"/>
              <a:cs typeface="+mn-cs"/>
            </a:endParaRPr>
          </a:p>
        </p:txBody>
      </p:sp>
      <p:sp>
        <p:nvSpPr>
          <p:cNvPr id="12" name="Marcador de texto 3">
            <a:extLst>
              <a:ext uri="{FF2B5EF4-FFF2-40B4-BE49-F238E27FC236}">
                <a16:creationId xmlns:a16="http://schemas.microsoft.com/office/drawing/2014/main" id="{E1693916-947A-B098-2697-F6E2363C2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05" y="136628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2800" b="0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Diseño de Piloto</a:t>
            </a:r>
          </a:p>
        </p:txBody>
      </p: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471F5121-C45B-DEA3-F30B-04CDE83FD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128" y="1337847"/>
            <a:ext cx="5165767" cy="100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 altLang="es-PE" sz="2400" dirty="0">
                <a:solidFill>
                  <a:srgbClr val="005F1E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401 Cliente</a:t>
            </a: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 con alertas automáticas</a:t>
            </a:r>
          </a:p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 altLang="es-PE" sz="1800" dirty="0">
                <a:solidFill>
                  <a:srgbClr val="005F1E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 En Febre - 26</a:t>
            </a:r>
            <a:endParaRPr kumimoji="0" lang="es-PE" altLang="es-PE" sz="14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19" name="Triángulo isósceles 18">
            <a:extLst>
              <a:ext uri="{FF2B5EF4-FFF2-40B4-BE49-F238E27FC236}">
                <a16:creationId xmlns:a16="http://schemas.microsoft.com/office/drawing/2014/main" id="{FA16BC4A-25AD-B76C-7293-71DF1DD64860}"/>
              </a:ext>
            </a:extLst>
          </p:cNvPr>
          <p:cNvSpPr/>
          <p:nvPr/>
        </p:nvSpPr>
        <p:spPr>
          <a:xfrm>
            <a:off x="7623914" y="4020504"/>
            <a:ext cx="1572328" cy="13274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990E49F5-FF47-2ACE-F14F-5662D25E83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861" t="5270" b="8177"/>
          <a:stretch>
            <a:fillRect/>
          </a:stretch>
        </p:blipFill>
        <p:spPr>
          <a:xfrm>
            <a:off x="7988605" y="3998554"/>
            <a:ext cx="974550" cy="643595"/>
          </a:xfrm>
          <a:prstGeom prst="rect">
            <a:avLst/>
          </a:prstGeom>
        </p:spPr>
      </p:pic>
      <p:pic>
        <p:nvPicPr>
          <p:cNvPr id="22" name="Picture 6" descr="Iconos Verdes de Inteligencia artificial - Descarga SVG, PNG, GIF Gratis">
            <a:extLst>
              <a:ext uri="{FF2B5EF4-FFF2-40B4-BE49-F238E27FC236}">
                <a16:creationId xmlns:a16="http://schemas.microsoft.com/office/drawing/2014/main" id="{2FB08F42-92C1-60C5-F836-F68479B68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1369" y="3606485"/>
            <a:ext cx="392070" cy="39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913F79D8-FB5D-A884-50E1-BCFF258E81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5" t="44059" r="-505" b="30543"/>
          <a:stretch>
            <a:fillRect/>
          </a:stretch>
        </p:blipFill>
        <p:spPr>
          <a:xfrm>
            <a:off x="7632303" y="4684217"/>
            <a:ext cx="1572904" cy="337552"/>
          </a:xfrm>
          <a:prstGeom prst="rect">
            <a:avLst/>
          </a:prstGeom>
        </p:spPr>
      </p:pic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848DDF55-0258-4C02-4496-DD33E2463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8477" y="3076178"/>
            <a:ext cx="3360658" cy="84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Oportunidad de nueva base potencial con riesgo</a:t>
            </a:r>
          </a:p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altLang="es-PE" sz="14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28" name="Flecha: hacia abajo 27">
            <a:extLst>
              <a:ext uri="{FF2B5EF4-FFF2-40B4-BE49-F238E27FC236}">
                <a16:creationId xmlns:a16="http://schemas.microsoft.com/office/drawing/2014/main" id="{93176618-40D7-AD21-5858-C8E1FD339E53}"/>
              </a:ext>
            </a:extLst>
          </p:cNvPr>
          <p:cNvSpPr/>
          <p:nvPr/>
        </p:nvSpPr>
        <p:spPr>
          <a:xfrm rot="5400000">
            <a:off x="8931480" y="3982220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Flecha: hacia abajo 28">
            <a:extLst>
              <a:ext uri="{FF2B5EF4-FFF2-40B4-BE49-F238E27FC236}">
                <a16:creationId xmlns:a16="http://schemas.microsoft.com/office/drawing/2014/main" id="{765A62C1-F748-AEE8-D90D-7FA764DD0B10}"/>
              </a:ext>
            </a:extLst>
          </p:cNvPr>
          <p:cNvSpPr/>
          <p:nvPr/>
        </p:nvSpPr>
        <p:spPr>
          <a:xfrm rot="5400000">
            <a:off x="9092848" y="4343583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4E3681DF-41C1-BF08-0CAC-9439AF432AFC}"/>
              </a:ext>
            </a:extLst>
          </p:cNvPr>
          <p:cNvSpPr txBox="1"/>
          <p:nvPr/>
        </p:nvSpPr>
        <p:spPr>
          <a:xfrm>
            <a:off x="8945803" y="4360026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312</a:t>
            </a:r>
          </a:p>
        </p:txBody>
      </p:sp>
      <p:sp>
        <p:nvSpPr>
          <p:cNvPr id="31" name="Flecha: hacia abajo 30">
            <a:extLst>
              <a:ext uri="{FF2B5EF4-FFF2-40B4-BE49-F238E27FC236}">
                <a16:creationId xmlns:a16="http://schemas.microsoft.com/office/drawing/2014/main" id="{A75501D5-EABC-FC28-013C-B8BF8C85ED92}"/>
              </a:ext>
            </a:extLst>
          </p:cNvPr>
          <p:cNvSpPr/>
          <p:nvPr/>
        </p:nvSpPr>
        <p:spPr>
          <a:xfrm rot="5400000">
            <a:off x="9257116" y="4658798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object 4">
            <a:extLst>
              <a:ext uri="{FF2B5EF4-FFF2-40B4-BE49-F238E27FC236}">
                <a16:creationId xmlns:a16="http://schemas.microsoft.com/office/drawing/2014/main" id="{610BE978-A79B-9870-7051-8C5A8589708B}"/>
              </a:ext>
            </a:extLst>
          </p:cNvPr>
          <p:cNvSpPr txBox="1"/>
          <p:nvPr/>
        </p:nvSpPr>
        <p:spPr>
          <a:xfrm>
            <a:off x="9110071" y="4675241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1" dirty="0">
                <a:solidFill>
                  <a:srgbClr val="005F1E"/>
                </a:solidFill>
                <a:latin typeface="Poppins"/>
                <a:cs typeface="Poppins"/>
              </a:rPr>
              <a:t>993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0D0A043-9088-6167-C231-7E715EFBA8F3}"/>
              </a:ext>
            </a:extLst>
          </p:cNvPr>
          <p:cNvSpPr txBox="1"/>
          <p:nvPr/>
        </p:nvSpPr>
        <p:spPr>
          <a:xfrm>
            <a:off x="6962115" y="1366729"/>
            <a:ext cx="4461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5M </a:t>
            </a:r>
            <a:r>
              <a:rPr lang="es-PE" altLang="es-PE" dirty="0">
                <a:solidFill>
                  <a:srgbClr val="005F1E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Clientes</a:t>
            </a: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 totales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Flecha: hacia abajo 33">
            <a:extLst>
              <a:ext uri="{FF2B5EF4-FFF2-40B4-BE49-F238E27FC236}">
                <a16:creationId xmlns:a16="http://schemas.microsoft.com/office/drawing/2014/main" id="{55692AA8-8161-5634-7F04-5FF7F35B4E8C}"/>
              </a:ext>
            </a:extLst>
          </p:cNvPr>
          <p:cNvSpPr/>
          <p:nvPr/>
        </p:nvSpPr>
        <p:spPr>
          <a:xfrm rot="5400000">
            <a:off x="9481725" y="4992082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object 4">
            <a:extLst>
              <a:ext uri="{FF2B5EF4-FFF2-40B4-BE49-F238E27FC236}">
                <a16:creationId xmlns:a16="http://schemas.microsoft.com/office/drawing/2014/main" id="{0A8F51C3-8237-BF86-1DC8-1F2080D2D9D2}"/>
              </a:ext>
            </a:extLst>
          </p:cNvPr>
          <p:cNvSpPr txBox="1"/>
          <p:nvPr/>
        </p:nvSpPr>
        <p:spPr>
          <a:xfrm>
            <a:off x="9334680" y="5008525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+5 </a:t>
            </a:r>
            <a:r>
              <a:rPr lang="es-ES" sz="1600" b="1" dirty="0">
                <a:solidFill>
                  <a:srgbClr val="005F1E"/>
                </a:solidFill>
                <a:latin typeface="Poppins"/>
                <a:cs typeface="Poppins"/>
              </a:rPr>
              <a:t>M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F3C4B968-EDB9-C877-202B-E37E582DBDC9}"/>
              </a:ext>
            </a:extLst>
          </p:cNvPr>
          <p:cNvSpPr txBox="1"/>
          <p:nvPr/>
        </p:nvSpPr>
        <p:spPr>
          <a:xfrm>
            <a:off x="10202488" y="4667384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(corte por score</a:t>
            </a:r>
            <a:r>
              <a:rPr lang="es-ES" sz="900" dirty="0">
                <a:solidFill>
                  <a:srgbClr val="005F1E"/>
                </a:solidFill>
                <a:latin typeface="Poppins"/>
                <a:cs typeface="Poppins"/>
              </a:rPr>
              <a:t>)</a:t>
            </a:r>
            <a:endParaRPr kumimoji="0" lang="es-ES" sz="90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  <p:sp>
        <p:nvSpPr>
          <p:cNvPr id="42" name="Flecha: hacia abajo 41">
            <a:extLst>
              <a:ext uri="{FF2B5EF4-FFF2-40B4-BE49-F238E27FC236}">
                <a16:creationId xmlns:a16="http://schemas.microsoft.com/office/drawing/2014/main" id="{E6C0AF9F-29DE-6E7B-4285-1261D6B95DC7}"/>
              </a:ext>
            </a:extLst>
          </p:cNvPr>
          <p:cNvSpPr/>
          <p:nvPr/>
        </p:nvSpPr>
        <p:spPr>
          <a:xfrm rot="3359464">
            <a:off x="4435521" y="4668576"/>
            <a:ext cx="421973" cy="479103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6CB50C23-D1FC-3ABB-869B-9FFEEE8140C4}"/>
              </a:ext>
            </a:extLst>
          </p:cNvPr>
          <p:cNvSpPr/>
          <p:nvPr/>
        </p:nvSpPr>
        <p:spPr>
          <a:xfrm>
            <a:off x="8076358" y="3882406"/>
            <a:ext cx="598711" cy="392070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ángulo redondeado 29">
            <a:extLst>
              <a:ext uri="{FF2B5EF4-FFF2-40B4-BE49-F238E27FC236}">
                <a16:creationId xmlns:a16="http://schemas.microsoft.com/office/drawing/2014/main" id="{BB82FBDE-A8AC-D7C2-A84C-9CB01CFA6588}"/>
              </a:ext>
            </a:extLst>
          </p:cNvPr>
          <p:cNvSpPr/>
          <p:nvPr/>
        </p:nvSpPr>
        <p:spPr>
          <a:xfrm>
            <a:off x="289687" y="689738"/>
            <a:ext cx="5760000" cy="453327"/>
          </a:xfrm>
          <a:prstGeom prst="roundRect">
            <a:avLst/>
          </a:prstGeom>
          <a:solidFill>
            <a:srgbClr val="1F459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 panose="00000700000000000000" pitchFamily="2" charset="0"/>
                <a:cs typeface="Poppins SemiBold" panose="00000700000000000000" pitchFamily="2" charset="0"/>
              </a:rPr>
              <a:t>A</a:t>
            </a:r>
            <a:r>
              <a:rPr kumimoji="0" lang="es-P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 panose="00000700000000000000" pitchFamily="2" charset="0"/>
                <a:cs typeface="Poppins SemiBold" panose="00000700000000000000" pitchFamily="2" charset="0"/>
              </a:rPr>
              <a:t>lertas Generadas por el Sistema de Monitoreo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41ACFD8-9066-DFC0-1786-F503E9314308}"/>
              </a:ext>
            </a:extLst>
          </p:cNvPr>
          <p:cNvSpPr/>
          <p:nvPr/>
        </p:nvSpPr>
        <p:spPr>
          <a:xfrm>
            <a:off x="1343475" y="4486889"/>
            <a:ext cx="2919128" cy="1218967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359C1233-2613-428E-0354-507DA2DF075C}"/>
              </a:ext>
            </a:extLst>
          </p:cNvPr>
          <p:cNvSpPr txBox="1"/>
          <p:nvPr/>
        </p:nvSpPr>
        <p:spPr>
          <a:xfrm>
            <a:off x="9892871" y="4341957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algn="ctr">
              <a:lnSpc>
                <a:spcPts val="3000"/>
              </a:lnSpc>
              <a:spcBef>
                <a:spcPts val="1090"/>
              </a:spcBef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(P1 riesgo)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A09C0DAE-419B-CB25-AB15-F1672DD9E54B}"/>
              </a:ext>
            </a:extLst>
          </p:cNvPr>
          <p:cNvSpPr txBox="1"/>
          <p:nvPr/>
        </p:nvSpPr>
        <p:spPr>
          <a:xfrm>
            <a:off x="8805501" y="3994831"/>
            <a:ext cx="1664976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118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834D4A28-BE05-5794-6010-EC267CB8C2B5}"/>
              </a:ext>
            </a:extLst>
          </p:cNvPr>
          <p:cNvSpPr txBox="1"/>
          <p:nvPr/>
        </p:nvSpPr>
        <p:spPr>
          <a:xfrm>
            <a:off x="9758645" y="3979210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fontAlgn="auto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</a:t>
            </a:r>
            <a:r>
              <a:rPr lang="es-PE" sz="1200" dirty="0" err="1">
                <a:solidFill>
                  <a:srgbClr val="005F1E"/>
                </a:solidFill>
                <a:latin typeface="Poppins"/>
                <a:cs typeface="Poppins"/>
              </a:rPr>
              <a:t>Thresholds</a:t>
            </a:r>
            <a:r>
              <a:rPr lang="es-PE" sz="1200" dirty="0">
                <a:solidFill>
                  <a:srgbClr val="005F1E"/>
                </a:solidFill>
                <a:latin typeface="Poppins"/>
                <a:cs typeface="Poppins"/>
              </a:rPr>
              <a:t> óptimo</a:t>
            </a: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)</a:t>
            </a:r>
          </a:p>
        </p:txBody>
      </p:sp>
      <p:sp>
        <p:nvSpPr>
          <p:cNvPr id="5" name="Rectángulo redondeado 29">
            <a:extLst>
              <a:ext uri="{FF2B5EF4-FFF2-40B4-BE49-F238E27FC236}">
                <a16:creationId xmlns:a16="http://schemas.microsoft.com/office/drawing/2014/main" id="{D10F5E71-3838-65CA-3C99-6F9C97160538}"/>
              </a:ext>
            </a:extLst>
          </p:cNvPr>
          <p:cNvSpPr/>
          <p:nvPr/>
        </p:nvSpPr>
        <p:spPr>
          <a:xfrm>
            <a:off x="6160294" y="689737"/>
            <a:ext cx="5760000" cy="453327"/>
          </a:xfrm>
          <a:prstGeom prst="roundRect">
            <a:avLst/>
          </a:prstGeom>
          <a:solidFill>
            <a:srgbClr val="1F459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s-PE" sz="1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Clientes sin alertas</a:t>
            </a:r>
            <a:endParaRPr kumimoji="0" lang="es-P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5EDEE6D-D17F-076F-B681-BC9DD8C3B494}"/>
              </a:ext>
            </a:extLst>
          </p:cNvPr>
          <p:cNvSpPr txBox="1"/>
          <p:nvPr/>
        </p:nvSpPr>
        <p:spPr>
          <a:xfrm>
            <a:off x="8302029" y="60468"/>
            <a:ext cx="38222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Mediana Empresa y Corporativo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59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6" grpId="0"/>
      <p:bldP spid="28" grpId="0" animBg="1"/>
      <p:bldP spid="29" grpId="0" animBg="1"/>
      <p:bldP spid="30" grpId="0"/>
      <p:bldP spid="31" grpId="0" animBg="1"/>
      <p:bldP spid="32" grpId="0"/>
      <p:bldP spid="33" grpId="0"/>
      <p:bldP spid="34" grpId="0" animBg="1"/>
      <p:bldP spid="35" grpId="0"/>
      <p:bldP spid="41" grpId="0"/>
      <p:bldP spid="45" grpId="0" animBg="1"/>
      <p:bldP spid="15" grpId="0" animBg="1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57BDA-CC73-D717-8C4E-733733DB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EF5666BD-7276-66EF-E0FA-9E2E1E7C0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245" y="309465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dirty="0"/>
              <a:t>Siguientes Pasos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4F74068-7177-86B1-FDCC-264973603BC4}"/>
              </a:ext>
            </a:extLst>
          </p:cNvPr>
          <p:cNvSpPr txBox="1"/>
          <p:nvPr/>
        </p:nvSpPr>
        <p:spPr>
          <a:xfrm>
            <a:off x="8302029" y="60468"/>
            <a:ext cx="38222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Mediana Empresa y Corporativo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492978-06EF-2A67-0D0F-5B0FD6033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1251" y="1893899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altLang="es-PE" dirty="0"/>
              <a:t>Presentación con Katia Lung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alt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altLang="es-PE" dirty="0"/>
              <a:t>Presentación en el comité CEAM (VP De Riesgos)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alt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altLang="es-PE" dirty="0"/>
              <a:t>P</a:t>
            </a:r>
            <a:r>
              <a:rPr lang="es-PE" altLang="es-PE" dirty="0"/>
              <a:t>lanificación del Piloto para 1era semana de Julio</a:t>
            </a:r>
          </a:p>
        </p:txBody>
      </p:sp>
    </p:spTree>
    <p:extLst>
      <p:ext uri="{BB962C8B-B14F-4D97-AF65-F5344CB8AC3E}">
        <p14:creationId xmlns:p14="http://schemas.microsoft.com/office/powerpoint/2010/main" val="3963716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6BB6103C-9E5C-DE65-56BB-6788A1A30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808300"/>
            <a:ext cx="44089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4400" dirty="0"/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4125789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E9D0991-A9DD-3910-1E1E-F3D286016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88" y="930165"/>
            <a:ext cx="10878035" cy="582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86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323D4E40-166C-B947-A28B-F9BED45BB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837" y="175324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dirty="0"/>
              <a:t>Backtesting</a:t>
            </a:r>
          </a:p>
          <a:p>
            <a:r>
              <a:rPr lang="es-PE" altLang="es-PE" sz="1800" dirty="0"/>
              <a:t>El modelo clasifica las alertas con riesgo en niveles de prioridad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4E607FF-33C5-53AE-2C2C-E0B1CBD11054}"/>
              </a:ext>
            </a:extLst>
          </p:cNvPr>
          <p:cNvSpPr txBox="1"/>
          <p:nvPr/>
        </p:nvSpPr>
        <p:spPr>
          <a:xfrm>
            <a:off x="8302029" y="60468"/>
            <a:ext cx="38222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Mediana Empresa y Corporativo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30F7D5C-9117-35E9-EB26-C99340D841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4237"/>
          <a:stretch>
            <a:fillRect/>
          </a:stretch>
        </p:blipFill>
        <p:spPr>
          <a:xfrm>
            <a:off x="705179" y="4167449"/>
            <a:ext cx="10761319" cy="21428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B398045-6231-5BA2-4DA7-EBE47B5F730C}"/>
              </a:ext>
            </a:extLst>
          </p:cNvPr>
          <p:cNvSpPr txBox="1"/>
          <p:nvPr/>
        </p:nvSpPr>
        <p:spPr>
          <a:xfrm>
            <a:off x="8191607" y="6535922"/>
            <a:ext cx="3703551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s-PE"/>
            </a:defPPr>
            <a:lvl1pPr>
              <a:defRPr sz="1200" b="1">
                <a:solidFill>
                  <a:srgbClr val="38CB74"/>
                </a:solidFill>
                <a:latin typeface="Montserrat"/>
                <a:ea typeface="MS PGothic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ontserrat"/>
                <a:ea typeface="MS PGothic"/>
                <a:cs typeface="+mn-cs"/>
              </a:rPr>
              <a:t>Alto (P1 y P2), P3, P4, P5</a:t>
            </a:r>
            <a:endParaRPr kumimoji="0" lang="es-PE" sz="11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Montserrat"/>
              <a:ea typeface="MS PGothic"/>
              <a:cs typeface="+mn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86794F-6FEB-4836-7A2F-55A1146D4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089" y="1265568"/>
            <a:ext cx="8202440" cy="272128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4CD02AD-15F0-0A38-E401-B403A03FC449}"/>
              </a:ext>
            </a:extLst>
          </p:cNvPr>
          <p:cNvSpPr/>
          <p:nvPr/>
        </p:nvSpPr>
        <p:spPr>
          <a:xfrm>
            <a:off x="705179" y="4988485"/>
            <a:ext cx="10781642" cy="261610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9969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B241474-7A82-8EDD-A1D2-33F2AADB3B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688"/>
          <a:stretch>
            <a:fillRect/>
          </a:stretch>
        </p:blipFill>
        <p:spPr>
          <a:xfrm>
            <a:off x="115657" y="1746746"/>
            <a:ext cx="11960685" cy="4282863"/>
          </a:xfrm>
          <a:prstGeom prst="rect">
            <a:avLst/>
          </a:prstGeom>
        </p:spPr>
      </p:pic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45E2DCA0-C9B9-C43B-5A53-BB12BE25F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837" y="175324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dirty="0"/>
              <a:t>Backtesting</a:t>
            </a:r>
          </a:p>
          <a:p>
            <a:r>
              <a:rPr lang="es-PE" altLang="es-PE" sz="1800" dirty="0"/>
              <a:t>El modelo clasifica las alertas con riesgo en niveles de prioridad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C90CE69-47C1-BE04-C26A-4E87F6A87ADC}"/>
              </a:ext>
            </a:extLst>
          </p:cNvPr>
          <p:cNvSpPr txBox="1"/>
          <p:nvPr/>
        </p:nvSpPr>
        <p:spPr>
          <a:xfrm>
            <a:off x="8302029" y="60468"/>
            <a:ext cx="38222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Mediana Empresa y Corporativo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A6558237-D85D-00AC-C4AE-53305204E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56" y="1174820"/>
            <a:ext cx="11030754" cy="40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b="1" dirty="0">
                <a:solidFill>
                  <a:srgbClr val="1F4592"/>
                </a:solidFill>
              </a:rPr>
              <a:t>Desempeño según tipo de alerta y subsegmento</a:t>
            </a:r>
          </a:p>
        </p:txBody>
      </p:sp>
    </p:spTree>
    <p:extLst>
      <p:ext uri="{BB962C8B-B14F-4D97-AF65-F5344CB8AC3E}">
        <p14:creationId xmlns:p14="http://schemas.microsoft.com/office/powerpoint/2010/main" val="1616878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5B24C-E430-9059-A5B3-899A4DAD1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BCBBF2D9-31CB-F3A4-EFA5-73068DE056E5}"/>
              </a:ext>
            </a:extLst>
          </p:cNvPr>
          <p:cNvGrpSpPr/>
          <p:nvPr/>
        </p:nvGrpSpPr>
        <p:grpSpPr>
          <a:xfrm>
            <a:off x="152197" y="4543425"/>
            <a:ext cx="9609150" cy="1756372"/>
            <a:chOff x="221607" y="5033727"/>
            <a:chExt cx="9609150" cy="1756372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7F5B3AC8-AB98-1114-E5E9-FA453E40D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8382" t="70862"/>
            <a:stretch>
              <a:fillRect/>
            </a:stretch>
          </p:blipFill>
          <p:spPr>
            <a:xfrm>
              <a:off x="7260879" y="5033727"/>
              <a:ext cx="2569878" cy="1756372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4B404303-C570-D92A-E9BA-7D5FEFC9F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0862" r="40785"/>
            <a:stretch>
              <a:fillRect/>
            </a:stretch>
          </p:blipFill>
          <p:spPr>
            <a:xfrm>
              <a:off x="221607" y="5033727"/>
              <a:ext cx="7039272" cy="1756372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F32B14C2-66E5-E173-9095-B4DA541F0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012"/>
          <a:stretch>
            <a:fillRect/>
          </a:stretch>
        </p:blipFill>
        <p:spPr>
          <a:xfrm>
            <a:off x="152197" y="264482"/>
            <a:ext cx="11887606" cy="427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743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E4864C6-57AD-4FFA-D94D-AEA1E9F0E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4F71925-8162-0BC9-2F14-8F06CA9237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886"/>
          <a:stretch>
            <a:fillRect/>
          </a:stretch>
        </p:blipFill>
        <p:spPr>
          <a:xfrm>
            <a:off x="283887" y="334341"/>
            <a:ext cx="11808525" cy="4238390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BE7AEAE8-38E2-5DF3-6C64-B61A96DF6EEC}"/>
              </a:ext>
            </a:extLst>
          </p:cNvPr>
          <p:cNvGrpSpPr/>
          <p:nvPr/>
        </p:nvGrpSpPr>
        <p:grpSpPr>
          <a:xfrm>
            <a:off x="283887" y="4672885"/>
            <a:ext cx="9560625" cy="1724025"/>
            <a:chOff x="496537" y="4857750"/>
            <a:chExt cx="9560625" cy="1724025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0AC47341-4D6F-8134-FB40-3DD971268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1073" r="40805"/>
            <a:stretch>
              <a:fillRect/>
            </a:stretch>
          </p:blipFill>
          <p:spPr>
            <a:xfrm>
              <a:off x="496537" y="4857750"/>
              <a:ext cx="6990113" cy="1724025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8E3DFE09-9F3A-FB6C-D843-46B501690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232" t="71073"/>
            <a:stretch>
              <a:fillRect/>
            </a:stretch>
          </p:blipFill>
          <p:spPr>
            <a:xfrm>
              <a:off x="7486650" y="4857750"/>
              <a:ext cx="2570512" cy="17240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4772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50B9B52-0B9A-303B-4DF7-9650F3867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A028E94-9CA1-FEB4-029F-D26864005B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130"/>
          <a:stretch>
            <a:fillRect/>
          </a:stretch>
        </p:blipFill>
        <p:spPr>
          <a:xfrm>
            <a:off x="357799" y="319748"/>
            <a:ext cx="11850203" cy="4206985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E37D6830-66FE-A0CC-2B5E-E859332BCD32}"/>
              </a:ext>
            </a:extLst>
          </p:cNvPr>
          <p:cNvGrpSpPr/>
          <p:nvPr/>
        </p:nvGrpSpPr>
        <p:grpSpPr>
          <a:xfrm>
            <a:off x="357799" y="4601423"/>
            <a:ext cx="9632104" cy="1751846"/>
            <a:chOff x="814999" y="4580299"/>
            <a:chExt cx="9632104" cy="1751846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97732D3B-8D28-E5C7-4A52-5A733AA88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849" t="70489"/>
            <a:stretch>
              <a:fillRect/>
            </a:stretch>
          </p:blipFill>
          <p:spPr>
            <a:xfrm>
              <a:off x="7822194" y="4580299"/>
              <a:ext cx="2624909" cy="1751846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9399F45D-40E8-8861-E658-8AE4B50C5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0489" r="40868"/>
            <a:stretch>
              <a:fillRect/>
            </a:stretch>
          </p:blipFill>
          <p:spPr>
            <a:xfrm>
              <a:off x="814999" y="4580299"/>
              <a:ext cx="7007195" cy="17518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3394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A0BDD804-3D3E-A7A1-51DA-4CEFE7BFF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825" y="324883"/>
            <a:ext cx="3133397" cy="40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ES" altLang="es-PE" sz="1800" b="1" dirty="0">
                <a:solidFill>
                  <a:srgbClr val="1F4592"/>
                </a:solidFill>
              </a:rPr>
              <a:t>Nuevas alertas a generar</a:t>
            </a:r>
            <a:endParaRPr lang="es-PE" altLang="es-PE" sz="1800" b="1" dirty="0">
              <a:solidFill>
                <a:srgbClr val="1F4592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10709C-A02F-A19D-4D5E-CBF78B203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10" y="900947"/>
            <a:ext cx="295275" cy="305457"/>
          </a:xfrm>
          <a:prstGeom prst="rect">
            <a:avLst/>
          </a:prstGeom>
        </p:spPr>
      </p:pic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C7F28A0A-0F63-B099-AFBD-91A48EEE9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825" y="871234"/>
            <a:ext cx="3675096" cy="40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ES" altLang="es-PE" sz="1400" b="1" dirty="0">
                <a:solidFill>
                  <a:srgbClr val="1F4592"/>
                </a:solidFill>
              </a:rPr>
              <a:t>Filtro por </a:t>
            </a:r>
            <a:r>
              <a:rPr lang="es-ES" altLang="es-PE" sz="1400" b="1" dirty="0" err="1">
                <a:solidFill>
                  <a:srgbClr val="1F4592"/>
                </a:solidFill>
              </a:rPr>
              <a:t>clustering</a:t>
            </a:r>
            <a:r>
              <a:rPr lang="es-ES" altLang="es-PE" sz="1400" b="1" dirty="0">
                <a:solidFill>
                  <a:srgbClr val="1F4592"/>
                </a:solidFill>
              </a:rPr>
              <a:t> riesgoso</a:t>
            </a:r>
            <a:endParaRPr lang="es-PE" altLang="es-PE" sz="1400" b="1" dirty="0">
              <a:solidFill>
                <a:srgbClr val="1F4592"/>
              </a:solidFill>
            </a:endParaRPr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A68F9A2C-559F-ED24-1B41-AE2FC0EBF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825" y="1244266"/>
            <a:ext cx="11030754" cy="40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ES" altLang="es-PE" sz="1100" dirty="0">
                <a:solidFill>
                  <a:srgbClr val="1F459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Algoritmo </a:t>
            </a:r>
            <a:r>
              <a:rPr lang="es-ES" altLang="es-PE" sz="1100" dirty="0" err="1">
                <a:solidFill>
                  <a:srgbClr val="1F459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Kmeans</a:t>
            </a:r>
            <a:r>
              <a:rPr lang="es-ES" altLang="es-PE" sz="1100" dirty="0">
                <a:solidFill>
                  <a:srgbClr val="1F459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(modelo no supervisado) – 7 </a:t>
            </a:r>
            <a:r>
              <a:rPr lang="es-ES" altLang="es-PE" sz="1100" dirty="0" err="1">
                <a:solidFill>
                  <a:srgbClr val="1F459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clusters</a:t>
            </a:r>
            <a:r>
              <a:rPr lang="es-ES" altLang="es-PE" sz="1100" dirty="0">
                <a:solidFill>
                  <a:srgbClr val="1F459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óptimos encontrados</a:t>
            </a:r>
            <a:endParaRPr lang="es-PE" altLang="es-PE" sz="1100" dirty="0">
              <a:solidFill>
                <a:srgbClr val="1F459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81EF424-53B8-0E0E-585A-FC0F4F9D6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53" y="1619682"/>
            <a:ext cx="4799799" cy="1965764"/>
          </a:xfrm>
          <a:prstGeom prst="rect">
            <a:avLst/>
          </a:prstGeom>
        </p:spPr>
      </p:pic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64368BA2-3DBC-0C63-63D6-FA681ABAE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825" y="3927315"/>
            <a:ext cx="11030754" cy="40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ES" altLang="es-PE" sz="1400" b="1" dirty="0">
                <a:solidFill>
                  <a:srgbClr val="1F4592"/>
                </a:solidFill>
              </a:rPr>
              <a:t>Filtro de variables clave</a:t>
            </a:r>
            <a:endParaRPr lang="es-PE" altLang="es-PE" sz="1400" b="1" dirty="0">
              <a:solidFill>
                <a:srgbClr val="1F4592"/>
              </a:solidFill>
            </a:endParaRP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32A75AD2-46D8-FCDB-E147-811F886D5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825" y="4269184"/>
            <a:ext cx="11030754" cy="40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ES" altLang="es-PE" sz="1100" dirty="0">
                <a:solidFill>
                  <a:srgbClr val="1F459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Criterio – Importancia acumulada de al menos 15%</a:t>
            </a:r>
            <a:endParaRPr lang="es-PE" altLang="es-PE" sz="1100" dirty="0">
              <a:solidFill>
                <a:srgbClr val="1F459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AA74AEF-3BF8-23EA-0BB0-72DF967853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907" y="3927315"/>
            <a:ext cx="295275" cy="304800"/>
          </a:xfrm>
          <a:prstGeom prst="rect">
            <a:avLst/>
          </a:prstGeom>
        </p:spPr>
      </p:pic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319B3A63-624D-1A21-8982-9E8E69959660}"/>
              </a:ext>
            </a:extLst>
          </p:cNvPr>
          <p:cNvSpPr/>
          <p:nvPr/>
        </p:nvSpPr>
        <p:spPr>
          <a:xfrm>
            <a:off x="661182" y="1820706"/>
            <a:ext cx="6388028" cy="304800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E6DA0BF6-D086-0106-4780-9B86C0E9742C}"/>
              </a:ext>
            </a:extLst>
          </p:cNvPr>
          <p:cNvSpPr/>
          <p:nvPr/>
        </p:nvSpPr>
        <p:spPr>
          <a:xfrm>
            <a:off x="676785" y="4905860"/>
            <a:ext cx="6388028" cy="710828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lecha: hacia abajo 19">
            <a:extLst>
              <a:ext uri="{FF2B5EF4-FFF2-40B4-BE49-F238E27FC236}">
                <a16:creationId xmlns:a16="http://schemas.microsoft.com/office/drawing/2014/main" id="{591B5C1E-A609-E4F9-3479-C3D4C8EB4B65}"/>
              </a:ext>
            </a:extLst>
          </p:cNvPr>
          <p:cNvSpPr/>
          <p:nvPr/>
        </p:nvSpPr>
        <p:spPr>
          <a:xfrm rot="5400000">
            <a:off x="7268306" y="1830141"/>
            <a:ext cx="232979" cy="251029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Flecha: hacia abajo 20">
            <a:extLst>
              <a:ext uri="{FF2B5EF4-FFF2-40B4-BE49-F238E27FC236}">
                <a16:creationId xmlns:a16="http://schemas.microsoft.com/office/drawing/2014/main" id="{09D87B7B-7704-3010-931A-A3D285406563}"/>
              </a:ext>
            </a:extLst>
          </p:cNvPr>
          <p:cNvSpPr/>
          <p:nvPr/>
        </p:nvSpPr>
        <p:spPr>
          <a:xfrm rot="5400000">
            <a:off x="7277227" y="5135759"/>
            <a:ext cx="232979" cy="251029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165CA77-FCA2-BA4C-253B-E87AC2499392}"/>
              </a:ext>
            </a:extLst>
          </p:cNvPr>
          <p:cNvGrpSpPr/>
          <p:nvPr/>
        </p:nvGrpSpPr>
        <p:grpSpPr>
          <a:xfrm>
            <a:off x="8318293" y="829001"/>
            <a:ext cx="3511286" cy="1856069"/>
            <a:chOff x="8678714" y="973998"/>
            <a:chExt cx="3360936" cy="1731382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EDA02A62-5760-DACE-4BA4-63C98901A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9289" t="29990" r="13433" b="29012"/>
            <a:stretch>
              <a:fillRect/>
            </a:stretch>
          </p:blipFill>
          <p:spPr>
            <a:xfrm>
              <a:off x="8678714" y="973998"/>
              <a:ext cx="3102818" cy="1730335"/>
            </a:xfrm>
            <a:prstGeom prst="rect">
              <a:avLst/>
            </a:prstGeom>
          </p:spPr>
        </p:pic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4A6AB287-3F5D-F116-EA1E-71C41B56D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95293" t="29990" r="1159" b="29012"/>
            <a:stretch>
              <a:fillRect/>
            </a:stretch>
          </p:blipFill>
          <p:spPr>
            <a:xfrm>
              <a:off x="11744375" y="975045"/>
              <a:ext cx="295275" cy="1730335"/>
            </a:xfrm>
            <a:prstGeom prst="rect">
              <a:avLst/>
            </a:prstGeom>
          </p:spPr>
        </p:pic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7BA6DD0F-3F8C-92CB-846B-43DFDE811E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391" r="84204" b="83922"/>
          <a:stretch>
            <a:fillRect/>
          </a:stretch>
        </p:blipFill>
        <p:spPr>
          <a:xfrm>
            <a:off x="10430687" y="526081"/>
            <a:ext cx="1398892" cy="345153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83CB7948-E7AF-11FD-C30A-8646D2F720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759" y="4672306"/>
            <a:ext cx="5850095" cy="1415490"/>
          </a:xfrm>
          <a:prstGeom prst="rect">
            <a:avLst/>
          </a:prstGeom>
        </p:spPr>
      </p:pic>
      <p:graphicFrame>
        <p:nvGraphicFramePr>
          <p:cNvPr id="27" name="Gráfico 26">
            <a:extLst>
              <a:ext uri="{FF2B5EF4-FFF2-40B4-BE49-F238E27FC236}">
                <a16:creationId xmlns:a16="http://schemas.microsoft.com/office/drawing/2014/main" id="{6610ACCF-DB7C-8995-EBAB-901F5D71B80A}"/>
              </a:ext>
            </a:extLst>
          </p:cNvPr>
          <p:cNvGraphicFramePr>
            <a:graphicFrameLocks/>
          </p:cNvGraphicFramePr>
          <p:nvPr/>
        </p:nvGraphicFramePr>
        <p:xfrm>
          <a:off x="7912975" y="4172931"/>
          <a:ext cx="4054247" cy="214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70272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E070C20-DD08-7D52-8E50-F7EBA44C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8CD1740F-AB49-06BA-D4E8-EF552D1B7593}"/>
              </a:ext>
            </a:extLst>
          </p:cNvPr>
          <p:cNvCxnSpPr/>
          <p:nvPr/>
        </p:nvCxnSpPr>
        <p:spPr>
          <a:xfrm>
            <a:off x="4831976" y="4082228"/>
            <a:ext cx="3132000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ángulo redondeado 7">
            <a:extLst>
              <a:ext uri="{FF2B5EF4-FFF2-40B4-BE49-F238E27FC236}">
                <a16:creationId xmlns:a16="http://schemas.microsoft.com/office/drawing/2014/main" id="{3584F33E-6AA3-E741-31DB-9C5B1074955A}"/>
              </a:ext>
            </a:extLst>
          </p:cNvPr>
          <p:cNvSpPr/>
          <p:nvPr/>
        </p:nvSpPr>
        <p:spPr>
          <a:xfrm>
            <a:off x="289687" y="699500"/>
            <a:ext cx="5760000" cy="5898524"/>
          </a:xfrm>
          <a:prstGeom prst="roundRect">
            <a:avLst>
              <a:gd name="adj" fmla="val 4090"/>
            </a:avLst>
          </a:prstGeom>
          <a:noFill/>
          <a:ln w="12700">
            <a:solidFill>
              <a:srgbClr val="001E5F"/>
            </a:solidFill>
            <a:prstDash val="solid"/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50" charset="0"/>
              <a:ea typeface="+mn-ea"/>
              <a:cs typeface="+mn-cs"/>
            </a:endParaRPr>
          </a:p>
        </p:txBody>
      </p:sp>
      <p:sp>
        <p:nvSpPr>
          <p:cNvPr id="6" name="Rectángulo redondeado 7">
            <a:extLst>
              <a:ext uri="{FF2B5EF4-FFF2-40B4-BE49-F238E27FC236}">
                <a16:creationId xmlns:a16="http://schemas.microsoft.com/office/drawing/2014/main" id="{C8729AC8-E6E9-C0A5-76E0-7AC61151FDCA}"/>
              </a:ext>
            </a:extLst>
          </p:cNvPr>
          <p:cNvSpPr/>
          <p:nvPr/>
        </p:nvSpPr>
        <p:spPr>
          <a:xfrm>
            <a:off x="6160294" y="718882"/>
            <a:ext cx="5760000" cy="5879142"/>
          </a:xfrm>
          <a:prstGeom prst="roundRect">
            <a:avLst>
              <a:gd name="adj" fmla="val 4090"/>
            </a:avLst>
          </a:prstGeom>
          <a:noFill/>
          <a:ln w="12700">
            <a:solidFill>
              <a:srgbClr val="001E5F"/>
            </a:solidFill>
            <a:prstDash val="solid"/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50" charset="0"/>
              <a:ea typeface="+mn-ea"/>
              <a:cs typeface="+mn-cs"/>
            </a:endParaRPr>
          </a:p>
        </p:txBody>
      </p:sp>
      <p:sp>
        <p:nvSpPr>
          <p:cNvPr id="12" name="Marcador de texto 3">
            <a:extLst>
              <a:ext uri="{FF2B5EF4-FFF2-40B4-BE49-F238E27FC236}">
                <a16:creationId xmlns:a16="http://schemas.microsoft.com/office/drawing/2014/main" id="{56C63A4D-2D3B-AEBA-D9D2-F50197966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05" y="136628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2800" b="0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Diseño de Piloto</a:t>
            </a:r>
          </a:p>
        </p:txBody>
      </p: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7F97CCED-33F6-F225-AAAF-DBB8076A7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84" y="1380135"/>
            <a:ext cx="5165767" cy="100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332</a:t>
            </a: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 empresas con alertas</a:t>
            </a:r>
          </a:p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 altLang="es-PE" sz="1800" dirty="0">
                <a:solidFill>
                  <a:srgbClr val="005F1E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En Febrero - 26</a:t>
            </a:r>
            <a:endParaRPr kumimoji="0" lang="es-PE" altLang="es-PE" sz="14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19" name="Triángulo isósceles 18">
            <a:extLst>
              <a:ext uri="{FF2B5EF4-FFF2-40B4-BE49-F238E27FC236}">
                <a16:creationId xmlns:a16="http://schemas.microsoft.com/office/drawing/2014/main" id="{C239992C-C3BB-CA35-A8D7-6904D50DB1BE}"/>
              </a:ext>
            </a:extLst>
          </p:cNvPr>
          <p:cNvSpPr/>
          <p:nvPr/>
        </p:nvSpPr>
        <p:spPr>
          <a:xfrm>
            <a:off x="7623914" y="4020504"/>
            <a:ext cx="1572328" cy="13274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34B17274-88AC-BE46-686A-B0DE9A83B0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61" t="5270" b="8177"/>
          <a:stretch>
            <a:fillRect/>
          </a:stretch>
        </p:blipFill>
        <p:spPr>
          <a:xfrm>
            <a:off x="7988605" y="3998554"/>
            <a:ext cx="974550" cy="643595"/>
          </a:xfrm>
          <a:prstGeom prst="rect">
            <a:avLst/>
          </a:prstGeom>
        </p:spPr>
      </p:pic>
      <p:pic>
        <p:nvPicPr>
          <p:cNvPr id="22" name="Picture 6" descr="Iconos Verdes de Inteligencia artificial - Descarga SVG, PNG, GIF Gratis">
            <a:extLst>
              <a:ext uri="{FF2B5EF4-FFF2-40B4-BE49-F238E27FC236}">
                <a16:creationId xmlns:a16="http://schemas.microsoft.com/office/drawing/2014/main" id="{B117288C-E99D-65FA-30BD-D11D43E21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1369" y="3606485"/>
            <a:ext cx="392070" cy="39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98599627-726B-FEDA-525E-AF94D52BF2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5" t="44059" r="-505" b="30543"/>
          <a:stretch>
            <a:fillRect/>
          </a:stretch>
        </p:blipFill>
        <p:spPr>
          <a:xfrm>
            <a:off x="7632303" y="4684217"/>
            <a:ext cx="1572904" cy="337552"/>
          </a:xfrm>
          <a:prstGeom prst="rect">
            <a:avLst/>
          </a:prstGeom>
        </p:spPr>
      </p:pic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F6FE302-41C6-6EE3-165A-9BF35A0BF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8477" y="3076178"/>
            <a:ext cx="3360658" cy="84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Oportunidad de nueva base potencial con riesgo</a:t>
            </a:r>
          </a:p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altLang="es-PE" sz="14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28" name="Flecha: hacia abajo 27">
            <a:extLst>
              <a:ext uri="{FF2B5EF4-FFF2-40B4-BE49-F238E27FC236}">
                <a16:creationId xmlns:a16="http://schemas.microsoft.com/office/drawing/2014/main" id="{6017BC63-8073-8D1B-40E0-992A21A8D402}"/>
              </a:ext>
            </a:extLst>
          </p:cNvPr>
          <p:cNvSpPr/>
          <p:nvPr/>
        </p:nvSpPr>
        <p:spPr>
          <a:xfrm rot="5400000">
            <a:off x="8931480" y="3982220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Flecha: hacia abajo 28">
            <a:extLst>
              <a:ext uri="{FF2B5EF4-FFF2-40B4-BE49-F238E27FC236}">
                <a16:creationId xmlns:a16="http://schemas.microsoft.com/office/drawing/2014/main" id="{CF40E0B1-A160-D6D5-558B-007437558AFF}"/>
              </a:ext>
            </a:extLst>
          </p:cNvPr>
          <p:cNvSpPr/>
          <p:nvPr/>
        </p:nvSpPr>
        <p:spPr>
          <a:xfrm rot="5400000">
            <a:off x="9092848" y="4343583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DE6B22EC-CCAF-B76E-D403-37CB3E58C8B9}"/>
              </a:ext>
            </a:extLst>
          </p:cNvPr>
          <p:cNvSpPr txBox="1"/>
          <p:nvPr/>
        </p:nvSpPr>
        <p:spPr>
          <a:xfrm>
            <a:off x="8945803" y="4360026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215</a:t>
            </a:r>
          </a:p>
        </p:txBody>
      </p:sp>
      <p:sp>
        <p:nvSpPr>
          <p:cNvPr id="31" name="Flecha: hacia abajo 30">
            <a:extLst>
              <a:ext uri="{FF2B5EF4-FFF2-40B4-BE49-F238E27FC236}">
                <a16:creationId xmlns:a16="http://schemas.microsoft.com/office/drawing/2014/main" id="{BD69AE21-2D75-F6DE-6E76-F2BD5A86AABD}"/>
              </a:ext>
            </a:extLst>
          </p:cNvPr>
          <p:cNvSpPr/>
          <p:nvPr/>
        </p:nvSpPr>
        <p:spPr>
          <a:xfrm rot="5400000">
            <a:off x="9257116" y="4658798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object 4">
            <a:extLst>
              <a:ext uri="{FF2B5EF4-FFF2-40B4-BE49-F238E27FC236}">
                <a16:creationId xmlns:a16="http://schemas.microsoft.com/office/drawing/2014/main" id="{908DFB90-32C4-3690-A68F-3B56770C2106}"/>
              </a:ext>
            </a:extLst>
          </p:cNvPr>
          <p:cNvSpPr txBox="1"/>
          <p:nvPr/>
        </p:nvSpPr>
        <p:spPr>
          <a:xfrm>
            <a:off x="9110071" y="4675241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1" dirty="0">
                <a:solidFill>
                  <a:srgbClr val="005F1E"/>
                </a:solidFill>
                <a:latin typeface="Poppins"/>
                <a:cs typeface="Poppins"/>
              </a:rPr>
              <a:t>620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073D272-78E8-6E63-6C9D-C3398D80B88C}"/>
              </a:ext>
            </a:extLst>
          </p:cNvPr>
          <p:cNvSpPr txBox="1"/>
          <p:nvPr/>
        </p:nvSpPr>
        <p:spPr>
          <a:xfrm>
            <a:off x="6962115" y="1366729"/>
            <a:ext cx="4461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6671 </a:t>
            </a: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empresas totales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Flecha: hacia abajo 33">
            <a:extLst>
              <a:ext uri="{FF2B5EF4-FFF2-40B4-BE49-F238E27FC236}">
                <a16:creationId xmlns:a16="http://schemas.microsoft.com/office/drawing/2014/main" id="{57DBBE26-1361-33F1-531B-0B72DB0B9B4E}"/>
              </a:ext>
            </a:extLst>
          </p:cNvPr>
          <p:cNvSpPr/>
          <p:nvPr/>
        </p:nvSpPr>
        <p:spPr>
          <a:xfrm rot="5400000">
            <a:off x="9481725" y="4992082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object 4">
            <a:extLst>
              <a:ext uri="{FF2B5EF4-FFF2-40B4-BE49-F238E27FC236}">
                <a16:creationId xmlns:a16="http://schemas.microsoft.com/office/drawing/2014/main" id="{E4C51A7B-3204-7BC0-0789-8BFE194BE042}"/>
              </a:ext>
            </a:extLst>
          </p:cNvPr>
          <p:cNvSpPr txBox="1"/>
          <p:nvPr/>
        </p:nvSpPr>
        <p:spPr>
          <a:xfrm>
            <a:off x="9334680" y="5008525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+6 k</a:t>
            </a:r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362709C1-9A67-F6BC-DE02-E1AE97587AA8}"/>
              </a:ext>
            </a:extLst>
          </p:cNvPr>
          <p:cNvSpPr txBox="1"/>
          <p:nvPr/>
        </p:nvSpPr>
        <p:spPr>
          <a:xfrm>
            <a:off x="10202488" y="4667384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(corte por score</a:t>
            </a:r>
            <a:r>
              <a:rPr lang="es-ES" sz="900" dirty="0">
                <a:solidFill>
                  <a:srgbClr val="005F1E"/>
                </a:solidFill>
                <a:latin typeface="Poppins"/>
                <a:cs typeface="Poppins"/>
              </a:rPr>
              <a:t>)</a:t>
            </a:r>
            <a:endParaRPr kumimoji="0" lang="es-ES" sz="90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  <p:sp>
        <p:nvSpPr>
          <p:cNvPr id="42" name="Flecha: hacia abajo 41">
            <a:extLst>
              <a:ext uri="{FF2B5EF4-FFF2-40B4-BE49-F238E27FC236}">
                <a16:creationId xmlns:a16="http://schemas.microsoft.com/office/drawing/2014/main" id="{4697B2DE-0D4C-DC9D-8D0A-DFA8285879C4}"/>
              </a:ext>
            </a:extLst>
          </p:cNvPr>
          <p:cNvSpPr/>
          <p:nvPr/>
        </p:nvSpPr>
        <p:spPr>
          <a:xfrm rot="5400000">
            <a:off x="4537866" y="3828829"/>
            <a:ext cx="421973" cy="479103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A25600DC-1D64-BB55-9D4E-19B1A257F9AA}"/>
              </a:ext>
            </a:extLst>
          </p:cNvPr>
          <p:cNvSpPr/>
          <p:nvPr/>
        </p:nvSpPr>
        <p:spPr>
          <a:xfrm>
            <a:off x="8076358" y="3882406"/>
            <a:ext cx="598711" cy="392070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ángulo redondeado 29">
            <a:extLst>
              <a:ext uri="{FF2B5EF4-FFF2-40B4-BE49-F238E27FC236}">
                <a16:creationId xmlns:a16="http://schemas.microsoft.com/office/drawing/2014/main" id="{628C9F1B-369C-662C-8F70-05AAF952A8C5}"/>
              </a:ext>
            </a:extLst>
          </p:cNvPr>
          <p:cNvSpPr/>
          <p:nvPr/>
        </p:nvSpPr>
        <p:spPr>
          <a:xfrm>
            <a:off x="289687" y="689738"/>
            <a:ext cx="5760000" cy="453327"/>
          </a:xfrm>
          <a:prstGeom prst="roundRect">
            <a:avLst/>
          </a:prstGeom>
          <a:solidFill>
            <a:srgbClr val="1F459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 panose="00000700000000000000" pitchFamily="2" charset="0"/>
                <a:cs typeface="Poppins SemiBold" panose="00000700000000000000" pitchFamily="2" charset="0"/>
              </a:rPr>
              <a:t>A</a:t>
            </a:r>
            <a:r>
              <a:rPr kumimoji="0" lang="es-P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 panose="00000700000000000000" pitchFamily="2" charset="0"/>
                <a:cs typeface="Poppins SemiBold" panose="00000700000000000000" pitchFamily="2" charset="0"/>
              </a:rPr>
              <a:t>lertas Generadas por el Sistema de Monitoreo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A9088A4-8B4A-207D-4383-FE49AF50FA34}"/>
              </a:ext>
            </a:extLst>
          </p:cNvPr>
          <p:cNvSpPr txBox="1"/>
          <p:nvPr/>
        </p:nvSpPr>
        <p:spPr>
          <a:xfrm>
            <a:off x="9892871" y="4341957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algn="ctr">
              <a:lnSpc>
                <a:spcPts val="3000"/>
              </a:lnSpc>
              <a:spcBef>
                <a:spcPts val="1090"/>
              </a:spcBef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(cluster riesgo)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151E76CB-1FDF-5B6D-ED74-65C0B799A584}"/>
              </a:ext>
            </a:extLst>
          </p:cNvPr>
          <p:cNvSpPr txBox="1"/>
          <p:nvPr/>
        </p:nvSpPr>
        <p:spPr>
          <a:xfrm>
            <a:off x="8805501" y="3994831"/>
            <a:ext cx="1664976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1" dirty="0">
                <a:solidFill>
                  <a:srgbClr val="005F1E"/>
                </a:solidFill>
                <a:latin typeface="Poppins"/>
                <a:cs typeface="Poppins"/>
              </a:rPr>
              <a:t>6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40828879-BE87-C416-8EC0-FAF8898A6E3E}"/>
              </a:ext>
            </a:extLst>
          </p:cNvPr>
          <p:cNvSpPr txBox="1"/>
          <p:nvPr/>
        </p:nvSpPr>
        <p:spPr>
          <a:xfrm>
            <a:off x="9758645" y="3979210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fontAlgn="auto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(filtro por variables)</a:t>
            </a:r>
          </a:p>
        </p:txBody>
      </p:sp>
      <p:sp>
        <p:nvSpPr>
          <p:cNvPr id="5" name="Rectángulo redondeado 29">
            <a:extLst>
              <a:ext uri="{FF2B5EF4-FFF2-40B4-BE49-F238E27FC236}">
                <a16:creationId xmlns:a16="http://schemas.microsoft.com/office/drawing/2014/main" id="{E30AB218-A2A7-88B3-ABB2-4EACCB21BA8D}"/>
              </a:ext>
            </a:extLst>
          </p:cNvPr>
          <p:cNvSpPr/>
          <p:nvPr/>
        </p:nvSpPr>
        <p:spPr>
          <a:xfrm>
            <a:off x="6160294" y="689737"/>
            <a:ext cx="5760000" cy="453327"/>
          </a:xfrm>
          <a:prstGeom prst="roundRect">
            <a:avLst/>
          </a:prstGeom>
          <a:solidFill>
            <a:srgbClr val="1F459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s-PE" sz="1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Clientes sin alertas</a:t>
            </a:r>
            <a:endParaRPr kumimoji="0" lang="es-P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C787A5F5-7BF5-D41A-BF4A-F7B48376E770}"/>
              </a:ext>
            </a:extLst>
          </p:cNvPr>
          <p:cNvGrpSpPr/>
          <p:nvPr/>
        </p:nvGrpSpPr>
        <p:grpSpPr>
          <a:xfrm>
            <a:off x="1576036" y="2203538"/>
            <a:ext cx="2933263" cy="2711721"/>
            <a:chOff x="1576036" y="2203538"/>
            <a:chExt cx="2933263" cy="2711721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F9FE0023-9BAA-2969-B48D-93931FCD5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76036" y="2203538"/>
              <a:ext cx="2876713" cy="2701959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0B662129-B3FA-0580-C5B6-B038C3700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16662" y="2224444"/>
              <a:ext cx="1892637" cy="2690815"/>
            </a:xfrm>
            <a:prstGeom prst="rect">
              <a:avLst/>
            </a:prstGeom>
          </p:spPr>
        </p:pic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1586D706-A69E-A6D7-C22F-52ECFE3FFA25}"/>
                </a:ext>
              </a:extLst>
            </p:cNvPr>
            <p:cNvSpPr/>
            <p:nvPr/>
          </p:nvSpPr>
          <p:spPr>
            <a:xfrm>
              <a:off x="1576036" y="3302274"/>
              <a:ext cx="2908635" cy="1057752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792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6" grpId="0"/>
      <p:bldP spid="28" grpId="0" animBg="1"/>
      <p:bldP spid="29" grpId="0" animBg="1"/>
      <p:bldP spid="30" grpId="0"/>
      <p:bldP spid="31" grpId="0" animBg="1"/>
      <p:bldP spid="32" grpId="0"/>
      <p:bldP spid="33" grpId="0"/>
      <p:bldP spid="34" grpId="0" animBg="1"/>
      <p:bldP spid="35" grpId="0"/>
      <p:bldP spid="41" grpId="0"/>
      <p:bldP spid="45" grpId="0" animBg="1"/>
      <p:bldP spid="8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54C8077-8430-42D8-8DEE-FBF4398D5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C1B03C9E-C321-EAB6-9252-06EA021B4711}"/>
              </a:ext>
            </a:extLst>
          </p:cNvPr>
          <p:cNvCxnSpPr/>
          <p:nvPr/>
        </p:nvCxnSpPr>
        <p:spPr>
          <a:xfrm>
            <a:off x="4831976" y="4082228"/>
            <a:ext cx="3132000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ángulo redondeado 7">
            <a:extLst>
              <a:ext uri="{FF2B5EF4-FFF2-40B4-BE49-F238E27FC236}">
                <a16:creationId xmlns:a16="http://schemas.microsoft.com/office/drawing/2014/main" id="{3FBCD309-FA21-DB83-2A82-2194A15DAE6A}"/>
              </a:ext>
            </a:extLst>
          </p:cNvPr>
          <p:cNvSpPr/>
          <p:nvPr/>
        </p:nvSpPr>
        <p:spPr>
          <a:xfrm>
            <a:off x="289687" y="699500"/>
            <a:ext cx="5760000" cy="5898524"/>
          </a:xfrm>
          <a:prstGeom prst="roundRect">
            <a:avLst>
              <a:gd name="adj" fmla="val 4090"/>
            </a:avLst>
          </a:prstGeom>
          <a:noFill/>
          <a:ln w="12700">
            <a:solidFill>
              <a:srgbClr val="001E5F"/>
            </a:solidFill>
            <a:prstDash val="solid"/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50" charset="0"/>
              <a:ea typeface="+mn-ea"/>
              <a:cs typeface="+mn-cs"/>
            </a:endParaRPr>
          </a:p>
        </p:txBody>
      </p:sp>
      <p:sp>
        <p:nvSpPr>
          <p:cNvPr id="6" name="Rectángulo redondeado 7">
            <a:extLst>
              <a:ext uri="{FF2B5EF4-FFF2-40B4-BE49-F238E27FC236}">
                <a16:creationId xmlns:a16="http://schemas.microsoft.com/office/drawing/2014/main" id="{018D596C-2F4C-461F-A1B7-A47A2D9DA972}"/>
              </a:ext>
            </a:extLst>
          </p:cNvPr>
          <p:cNvSpPr/>
          <p:nvPr/>
        </p:nvSpPr>
        <p:spPr>
          <a:xfrm>
            <a:off x="6160294" y="718882"/>
            <a:ext cx="5760000" cy="5879142"/>
          </a:xfrm>
          <a:prstGeom prst="roundRect">
            <a:avLst>
              <a:gd name="adj" fmla="val 4090"/>
            </a:avLst>
          </a:prstGeom>
          <a:noFill/>
          <a:ln w="12700">
            <a:solidFill>
              <a:srgbClr val="001E5F"/>
            </a:solidFill>
            <a:prstDash val="solid"/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50" charset="0"/>
              <a:ea typeface="+mn-ea"/>
              <a:cs typeface="+mn-cs"/>
            </a:endParaRPr>
          </a:p>
        </p:txBody>
      </p:sp>
      <p:sp>
        <p:nvSpPr>
          <p:cNvPr id="12" name="Marcador de texto 3">
            <a:extLst>
              <a:ext uri="{FF2B5EF4-FFF2-40B4-BE49-F238E27FC236}">
                <a16:creationId xmlns:a16="http://schemas.microsoft.com/office/drawing/2014/main" id="{5B85E86E-5FBC-276D-4E3D-08B4A68FA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05" y="136628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2800" b="0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Diseño de Piloto</a:t>
            </a:r>
          </a:p>
        </p:txBody>
      </p: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7957F5E4-44D0-2356-451A-0C7FC9437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84" y="1380135"/>
            <a:ext cx="5165767" cy="100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187</a:t>
            </a: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 empresas con alertas</a:t>
            </a:r>
          </a:p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 altLang="es-PE" sz="1800" dirty="0">
                <a:solidFill>
                  <a:srgbClr val="005F1E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En Abril - 26</a:t>
            </a:r>
            <a:endParaRPr kumimoji="0" lang="es-PE" altLang="es-PE" sz="14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19" name="Triángulo isósceles 18">
            <a:extLst>
              <a:ext uri="{FF2B5EF4-FFF2-40B4-BE49-F238E27FC236}">
                <a16:creationId xmlns:a16="http://schemas.microsoft.com/office/drawing/2014/main" id="{08EE5835-C479-E3AE-C7A3-5F2C35A118CD}"/>
              </a:ext>
            </a:extLst>
          </p:cNvPr>
          <p:cNvSpPr/>
          <p:nvPr/>
        </p:nvSpPr>
        <p:spPr>
          <a:xfrm>
            <a:off x="7623914" y="4020504"/>
            <a:ext cx="1572328" cy="13274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BF2F0893-060B-547F-46F3-70D5D26C09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61" t="5270" b="8177"/>
          <a:stretch>
            <a:fillRect/>
          </a:stretch>
        </p:blipFill>
        <p:spPr>
          <a:xfrm>
            <a:off x="7988605" y="3998554"/>
            <a:ext cx="974550" cy="643595"/>
          </a:xfrm>
          <a:prstGeom prst="rect">
            <a:avLst/>
          </a:prstGeom>
        </p:spPr>
      </p:pic>
      <p:pic>
        <p:nvPicPr>
          <p:cNvPr id="22" name="Picture 6" descr="Iconos Verdes de Inteligencia artificial - Descarga SVG, PNG, GIF Gratis">
            <a:extLst>
              <a:ext uri="{FF2B5EF4-FFF2-40B4-BE49-F238E27FC236}">
                <a16:creationId xmlns:a16="http://schemas.microsoft.com/office/drawing/2014/main" id="{964A99C0-79A1-A1BA-E67B-E63B278B6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1369" y="3606485"/>
            <a:ext cx="392070" cy="39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FECA80EC-75C2-8157-0576-586788FCE5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5" t="44059" r="-505" b="30543"/>
          <a:stretch>
            <a:fillRect/>
          </a:stretch>
        </p:blipFill>
        <p:spPr>
          <a:xfrm>
            <a:off x="7632303" y="4684217"/>
            <a:ext cx="1572904" cy="337552"/>
          </a:xfrm>
          <a:prstGeom prst="rect">
            <a:avLst/>
          </a:prstGeom>
        </p:spPr>
      </p:pic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99A88E96-6307-0F2A-C637-C0081947C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8477" y="3076178"/>
            <a:ext cx="3360658" cy="84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Oportunidad de nueva base potencial con riesgo</a:t>
            </a:r>
          </a:p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altLang="es-PE" sz="14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28" name="Flecha: hacia abajo 27">
            <a:extLst>
              <a:ext uri="{FF2B5EF4-FFF2-40B4-BE49-F238E27FC236}">
                <a16:creationId xmlns:a16="http://schemas.microsoft.com/office/drawing/2014/main" id="{8AEF0CE8-D355-A7C6-3C5A-13D6BEE7DF99}"/>
              </a:ext>
            </a:extLst>
          </p:cNvPr>
          <p:cNvSpPr/>
          <p:nvPr/>
        </p:nvSpPr>
        <p:spPr>
          <a:xfrm rot="5400000">
            <a:off x="8931480" y="3982220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Flecha: hacia abajo 28">
            <a:extLst>
              <a:ext uri="{FF2B5EF4-FFF2-40B4-BE49-F238E27FC236}">
                <a16:creationId xmlns:a16="http://schemas.microsoft.com/office/drawing/2014/main" id="{237E37E6-F7E2-BAE7-F776-448D6D5563F8}"/>
              </a:ext>
            </a:extLst>
          </p:cNvPr>
          <p:cNvSpPr/>
          <p:nvPr/>
        </p:nvSpPr>
        <p:spPr>
          <a:xfrm rot="5400000">
            <a:off x="9092848" y="4343583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6775E403-5963-FCC7-5FF4-769257CCE18A}"/>
              </a:ext>
            </a:extLst>
          </p:cNvPr>
          <p:cNvSpPr txBox="1"/>
          <p:nvPr/>
        </p:nvSpPr>
        <p:spPr>
          <a:xfrm>
            <a:off x="8945803" y="4360026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298</a:t>
            </a:r>
          </a:p>
        </p:txBody>
      </p:sp>
      <p:sp>
        <p:nvSpPr>
          <p:cNvPr id="31" name="Flecha: hacia abajo 30">
            <a:extLst>
              <a:ext uri="{FF2B5EF4-FFF2-40B4-BE49-F238E27FC236}">
                <a16:creationId xmlns:a16="http://schemas.microsoft.com/office/drawing/2014/main" id="{0340D8AF-B889-1A54-2A27-24E6B5027EA4}"/>
              </a:ext>
            </a:extLst>
          </p:cNvPr>
          <p:cNvSpPr/>
          <p:nvPr/>
        </p:nvSpPr>
        <p:spPr>
          <a:xfrm rot="5400000">
            <a:off x="9257116" y="4658798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object 4">
            <a:extLst>
              <a:ext uri="{FF2B5EF4-FFF2-40B4-BE49-F238E27FC236}">
                <a16:creationId xmlns:a16="http://schemas.microsoft.com/office/drawing/2014/main" id="{2B9A2782-DE9F-4C69-A6B4-D39B86FE5291}"/>
              </a:ext>
            </a:extLst>
          </p:cNvPr>
          <p:cNvSpPr txBox="1"/>
          <p:nvPr/>
        </p:nvSpPr>
        <p:spPr>
          <a:xfrm>
            <a:off x="9110071" y="4675241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1" dirty="0">
                <a:solidFill>
                  <a:srgbClr val="005F1E"/>
                </a:solidFill>
                <a:latin typeface="Poppins"/>
                <a:cs typeface="Poppins"/>
              </a:rPr>
              <a:t>951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242D7B45-2357-D565-DEA5-BCA699CA5DE0}"/>
              </a:ext>
            </a:extLst>
          </p:cNvPr>
          <p:cNvSpPr txBox="1"/>
          <p:nvPr/>
        </p:nvSpPr>
        <p:spPr>
          <a:xfrm>
            <a:off x="6962115" y="1366729"/>
            <a:ext cx="4461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6617 </a:t>
            </a: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empresas totales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Flecha: hacia abajo 33">
            <a:extLst>
              <a:ext uri="{FF2B5EF4-FFF2-40B4-BE49-F238E27FC236}">
                <a16:creationId xmlns:a16="http://schemas.microsoft.com/office/drawing/2014/main" id="{6D755BA8-441D-824E-EA15-C71561F8703D}"/>
              </a:ext>
            </a:extLst>
          </p:cNvPr>
          <p:cNvSpPr/>
          <p:nvPr/>
        </p:nvSpPr>
        <p:spPr>
          <a:xfrm rot="5400000">
            <a:off x="9481725" y="4992082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object 4">
            <a:extLst>
              <a:ext uri="{FF2B5EF4-FFF2-40B4-BE49-F238E27FC236}">
                <a16:creationId xmlns:a16="http://schemas.microsoft.com/office/drawing/2014/main" id="{CD47143D-86F2-877E-C9DD-5406C2D57D27}"/>
              </a:ext>
            </a:extLst>
          </p:cNvPr>
          <p:cNvSpPr txBox="1"/>
          <p:nvPr/>
        </p:nvSpPr>
        <p:spPr>
          <a:xfrm>
            <a:off x="9334680" y="5008525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+6 k</a:t>
            </a:r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CA635D86-EF73-DDDE-4DA7-5C975C4BAE07}"/>
              </a:ext>
            </a:extLst>
          </p:cNvPr>
          <p:cNvSpPr txBox="1"/>
          <p:nvPr/>
        </p:nvSpPr>
        <p:spPr>
          <a:xfrm>
            <a:off x="10202488" y="4667384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(corte por score</a:t>
            </a:r>
            <a:r>
              <a:rPr lang="es-ES" sz="900" dirty="0">
                <a:solidFill>
                  <a:srgbClr val="005F1E"/>
                </a:solidFill>
                <a:latin typeface="Poppins"/>
                <a:cs typeface="Poppins"/>
              </a:rPr>
              <a:t>)</a:t>
            </a:r>
            <a:endParaRPr kumimoji="0" lang="es-ES" sz="90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  <p:sp>
        <p:nvSpPr>
          <p:cNvPr id="42" name="Flecha: hacia abajo 41">
            <a:extLst>
              <a:ext uri="{FF2B5EF4-FFF2-40B4-BE49-F238E27FC236}">
                <a16:creationId xmlns:a16="http://schemas.microsoft.com/office/drawing/2014/main" id="{98249AC2-E49A-9F63-7F88-E9AA19BEF6DA}"/>
              </a:ext>
            </a:extLst>
          </p:cNvPr>
          <p:cNvSpPr/>
          <p:nvPr/>
        </p:nvSpPr>
        <p:spPr>
          <a:xfrm rot="5400000">
            <a:off x="4537866" y="3828829"/>
            <a:ext cx="421973" cy="479103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EE0DDF73-5C23-A7CB-2C2C-27D787695C48}"/>
              </a:ext>
            </a:extLst>
          </p:cNvPr>
          <p:cNvSpPr/>
          <p:nvPr/>
        </p:nvSpPr>
        <p:spPr>
          <a:xfrm>
            <a:off x="8076358" y="3882406"/>
            <a:ext cx="598711" cy="392070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ángulo redondeado 29">
            <a:extLst>
              <a:ext uri="{FF2B5EF4-FFF2-40B4-BE49-F238E27FC236}">
                <a16:creationId xmlns:a16="http://schemas.microsoft.com/office/drawing/2014/main" id="{4DFC05E7-6DF1-5DDF-3B7B-C70CFF928E2E}"/>
              </a:ext>
            </a:extLst>
          </p:cNvPr>
          <p:cNvSpPr/>
          <p:nvPr/>
        </p:nvSpPr>
        <p:spPr>
          <a:xfrm>
            <a:off x="289687" y="689738"/>
            <a:ext cx="5760000" cy="453327"/>
          </a:xfrm>
          <a:prstGeom prst="roundRect">
            <a:avLst/>
          </a:prstGeom>
          <a:solidFill>
            <a:srgbClr val="1F459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 panose="00000700000000000000" pitchFamily="2" charset="0"/>
                <a:cs typeface="Poppins SemiBold" panose="00000700000000000000" pitchFamily="2" charset="0"/>
              </a:rPr>
              <a:t>A</a:t>
            </a:r>
            <a:r>
              <a:rPr kumimoji="0" lang="es-P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 panose="00000700000000000000" pitchFamily="2" charset="0"/>
                <a:cs typeface="Poppins SemiBold" panose="00000700000000000000" pitchFamily="2" charset="0"/>
              </a:rPr>
              <a:t>lertas Generadas por el Sistema de Monitoreo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31655F56-BDA5-8B66-EB36-86B973911483}"/>
              </a:ext>
            </a:extLst>
          </p:cNvPr>
          <p:cNvSpPr txBox="1"/>
          <p:nvPr/>
        </p:nvSpPr>
        <p:spPr>
          <a:xfrm>
            <a:off x="9892871" y="4341957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algn="ctr">
              <a:lnSpc>
                <a:spcPts val="3000"/>
              </a:lnSpc>
              <a:spcBef>
                <a:spcPts val="1090"/>
              </a:spcBef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(cluster riesgo)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A4456E92-A23C-E4EA-4C4C-91D62F65C613}"/>
              </a:ext>
            </a:extLst>
          </p:cNvPr>
          <p:cNvSpPr txBox="1"/>
          <p:nvPr/>
        </p:nvSpPr>
        <p:spPr>
          <a:xfrm>
            <a:off x="8805501" y="3994831"/>
            <a:ext cx="1664976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1" dirty="0">
                <a:solidFill>
                  <a:srgbClr val="005F1E"/>
                </a:solidFill>
                <a:latin typeface="Poppins"/>
                <a:cs typeface="Poppins"/>
              </a:rPr>
              <a:t>7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5D096625-1E2C-E7B4-E1F6-3AFB227EB895}"/>
              </a:ext>
            </a:extLst>
          </p:cNvPr>
          <p:cNvSpPr txBox="1"/>
          <p:nvPr/>
        </p:nvSpPr>
        <p:spPr>
          <a:xfrm>
            <a:off x="9758645" y="3979210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fontAlgn="auto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(filtro por variables)</a:t>
            </a:r>
          </a:p>
        </p:txBody>
      </p:sp>
      <p:sp>
        <p:nvSpPr>
          <p:cNvPr id="5" name="Rectángulo redondeado 29">
            <a:extLst>
              <a:ext uri="{FF2B5EF4-FFF2-40B4-BE49-F238E27FC236}">
                <a16:creationId xmlns:a16="http://schemas.microsoft.com/office/drawing/2014/main" id="{E01BCD7D-51FC-38CA-9D5B-A45D4554CA14}"/>
              </a:ext>
            </a:extLst>
          </p:cNvPr>
          <p:cNvSpPr/>
          <p:nvPr/>
        </p:nvSpPr>
        <p:spPr>
          <a:xfrm>
            <a:off x="6160294" y="689737"/>
            <a:ext cx="5760000" cy="453327"/>
          </a:xfrm>
          <a:prstGeom prst="roundRect">
            <a:avLst/>
          </a:prstGeom>
          <a:solidFill>
            <a:srgbClr val="1F459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s-PE" sz="1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Clientes sin alertas</a:t>
            </a:r>
            <a:endParaRPr kumimoji="0" lang="es-P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E0AAA153-D4ED-C26E-F40D-FEBE338A77D4}"/>
              </a:ext>
            </a:extLst>
          </p:cNvPr>
          <p:cNvGrpSpPr/>
          <p:nvPr/>
        </p:nvGrpSpPr>
        <p:grpSpPr>
          <a:xfrm>
            <a:off x="1576036" y="2199832"/>
            <a:ext cx="2908635" cy="2705665"/>
            <a:chOff x="1576036" y="2199832"/>
            <a:chExt cx="2908635" cy="2705665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FC7EB48F-8988-0860-F617-2DEA330A0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76036" y="2203538"/>
              <a:ext cx="2876713" cy="2701959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25661C69-33CC-ADB8-A523-76039A523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25121" y="2199832"/>
              <a:ext cx="1817387" cy="2701959"/>
            </a:xfrm>
            <a:prstGeom prst="rect">
              <a:avLst/>
            </a:prstGeom>
          </p:spPr>
        </p:pic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64F7AAD0-346D-C734-EDBC-A4E714B1284A}"/>
                </a:ext>
              </a:extLst>
            </p:cNvPr>
            <p:cNvSpPr/>
            <p:nvPr/>
          </p:nvSpPr>
          <p:spPr>
            <a:xfrm>
              <a:off x="1576036" y="3302274"/>
              <a:ext cx="2908635" cy="1057752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083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6" grpId="0"/>
      <p:bldP spid="28" grpId="0" animBg="1"/>
      <p:bldP spid="29" grpId="0" animBg="1"/>
      <p:bldP spid="30" grpId="0"/>
      <p:bldP spid="31" grpId="0" animBg="1"/>
      <p:bldP spid="32" grpId="0"/>
      <p:bldP spid="33" grpId="0"/>
      <p:bldP spid="34" grpId="0" animBg="1"/>
      <p:bldP spid="35" grpId="0"/>
      <p:bldP spid="41" grpId="0"/>
      <p:bldP spid="45" grpId="0" animBg="1"/>
      <p:bldP spid="8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5727</TotalTime>
  <Words>559</Words>
  <Application>Microsoft Office PowerPoint</Application>
  <PresentationFormat>Panorámica</PresentationFormat>
  <Paragraphs>162</Paragraphs>
  <Slides>16</Slides>
  <Notes>2</Notes>
  <HiddenSlides>5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9" baseType="lpstr">
      <vt:lpstr>Aptos</vt:lpstr>
      <vt:lpstr>Aptos Display</vt:lpstr>
      <vt:lpstr>Arial</vt:lpstr>
      <vt:lpstr>Arial,Sans-Serif</vt:lpstr>
      <vt:lpstr>Calibri</vt:lpstr>
      <vt:lpstr>Geometria</vt:lpstr>
      <vt:lpstr>Geometria Medium</vt:lpstr>
      <vt:lpstr>Montserrat</vt:lpstr>
      <vt:lpstr>Poppins</vt:lpstr>
      <vt:lpstr>Poppins Bold</vt:lpstr>
      <vt:lpstr>Poppins SemiBold</vt:lpstr>
      <vt:lpstr>Wingdings</vt:lpstr>
      <vt:lpstr>Tema de Office</vt:lpstr>
      <vt:lpstr>Modelo predictivo PLAFT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Reyes Obispo, Angel De Jesus Francisco</dc:creator>
  <cp:lastModifiedBy>Hernandez, Santiago Andres</cp:lastModifiedBy>
  <cp:revision>5</cp:revision>
  <dcterms:created xsi:type="dcterms:W3CDTF">2026-06-05T13:24:54Z</dcterms:created>
  <dcterms:modified xsi:type="dcterms:W3CDTF">2026-06-16T13:02:04Z</dcterms:modified>
</cp:coreProperties>
</file>